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custDataLst>
    <p:tags r:id="rId2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7.png"/><Relationship Id="rId7"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4.png"/><Relationship Id="rId11" Type="http://schemas.openxmlformats.org/officeDocument/2006/relationships/image" Target="../media/image17.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45.png"/><Relationship Id="rId4" Type="http://schemas.openxmlformats.org/officeDocument/2006/relationships/image" Target="../media/image44.png"/></Relationships>
</file>

<file path=ppt/slides/_rels/slide14.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6.png"/><Relationship Id="rId7"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0.png"/><Relationship Id="rId10" Type="http://schemas.openxmlformats.org/officeDocument/2006/relationships/image" Target="../media/image52.png"/><Relationship Id="rId4" Type="http://schemas.openxmlformats.org/officeDocument/2006/relationships/image" Target="../media/image47.png"/><Relationship Id="rId9" Type="http://schemas.openxmlformats.org/officeDocument/2006/relationships/image" Target="../media/image51.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5.png"/><Relationship Id="rId4" Type="http://schemas.openxmlformats.org/officeDocument/2006/relationships/image" Target="../media/image54.png"/></Relationships>
</file>

<file path=ppt/slides/_rels/slide17.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59.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8.png"/><Relationship Id="rId4" Type="http://schemas.openxmlformats.org/officeDocument/2006/relationships/image" Target="../media/image57.png"/></Relationships>
</file>

<file path=ppt/slides/_rels/slide18.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 Type="http://schemas.openxmlformats.org/officeDocument/2006/relationships/image" Target="../media/image60.png"/><Relationship Id="rId21" Type="http://schemas.openxmlformats.org/officeDocument/2006/relationships/image" Target="../media/image78.png"/><Relationship Id="rId34" Type="http://schemas.openxmlformats.org/officeDocument/2006/relationships/image" Target="../media/image91.png"/><Relationship Id="rId7" Type="http://schemas.openxmlformats.org/officeDocument/2006/relationships/image" Target="../media/image64.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90.png"/><Relationship Id="rId2" Type="http://schemas.openxmlformats.org/officeDocument/2006/relationships/image" Target="../media/image1.png"/><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1" Type="http://schemas.openxmlformats.org/officeDocument/2006/relationships/slideLayout" Target="../slideLayouts/slideLayout1.xml"/><Relationship Id="rId6" Type="http://schemas.openxmlformats.org/officeDocument/2006/relationships/image" Target="../media/image63.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5" Type="http://schemas.openxmlformats.org/officeDocument/2006/relationships/image" Target="../media/image62.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55.png"/><Relationship Id="rId8" Type="http://schemas.openxmlformats.org/officeDocument/2006/relationships/image" Target="../media/image65.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0" y="0"/>
            <a:ext cx="9144000" cy="5143500"/>
          </a:xfrm>
          <a:prstGeom prst="rect">
            <a:avLst/>
          </a:prstGeom>
        </p:spPr>
      </p:pic>
      <p:pic>
        <p:nvPicPr>
          <p:cNvPr id="2" name="图片 1"/>
          <p:cNvPicPr>
            <a:picLocks noChangeAspect="1"/>
          </p:cNvPicPr>
          <p:nvPr/>
        </p:nvPicPr>
        <p:blipFill>
          <a:blip r:embed="rId3"/>
          <a:stretch>
            <a:fillRect/>
          </a:stretch>
        </p:blipFill>
        <p:spPr>
          <a:xfrm>
            <a:off x="-36830" y="-78740"/>
            <a:ext cx="9180830" cy="5343525"/>
          </a:xfrm>
          <a:prstGeom prst="rect">
            <a:avLst/>
          </a:prstGeom>
        </p:spPr>
      </p:pic>
      <p:pic>
        <p:nvPicPr>
          <p:cNvPr id="3" name="图片 2"/>
          <p:cNvPicPr>
            <a:picLocks noChangeAspect="1"/>
          </p:cNvPicPr>
          <p:nvPr/>
        </p:nvPicPr>
        <p:blipFill>
          <a:blip r:embed="rId4"/>
          <a:stretch>
            <a:fillRect/>
          </a:stretch>
        </p:blipFill>
        <p:spPr>
          <a:xfrm>
            <a:off x="-7381" y="3821144"/>
            <a:ext cx="9154583" cy="3905250"/>
          </a:xfrm>
          <a:prstGeom prst="rect">
            <a:avLst/>
          </a:prstGeom>
        </p:spPr>
      </p:pic>
      <p:pic>
        <p:nvPicPr>
          <p:cNvPr id="4" name="图片 3"/>
          <p:cNvPicPr>
            <a:picLocks noChangeAspect="1"/>
          </p:cNvPicPr>
          <p:nvPr/>
        </p:nvPicPr>
        <p:blipFill>
          <a:blip r:embed="rId5"/>
          <a:stretch>
            <a:fillRect/>
          </a:stretch>
        </p:blipFill>
        <p:spPr>
          <a:xfrm>
            <a:off x="-26949" y="1148058"/>
            <a:ext cx="9193746" cy="2680522"/>
          </a:xfrm>
          <a:prstGeom prst="rect">
            <a:avLst/>
          </a:prstGeom>
        </p:spPr>
      </p:pic>
      <p:sp>
        <p:nvSpPr>
          <p:cNvPr id="9" name="文本框 8"/>
          <p:cNvSpPr txBox="1"/>
          <p:nvPr/>
        </p:nvSpPr>
        <p:spPr>
          <a:xfrm>
            <a:off x="214721" y="1787985"/>
            <a:ext cx="8566248" cy="914400"/>
          </a:xfrm>
          <a:prstGeom prst="rect">
            <a:avLst/>
          </a:prstGeom>
        </p:spPr>
        <p:txBody>
          <a:bodyPr anchor="ctr">
            <a:scene3d>
              <a:camera prst="legacyObliqueTopLeft">
                <a:rot lat="0" lon="0" rev="0"/>
              </a:camera>
              <a:lightRig rig="legacyFlat1" dir="tl"/>
            </a:scene3d>
          </a:bodyPr>
          <a:lstStyle/>
          <a:p>
            <a:pPr algn="ctr">
              <a:lnSpc>
                <a:spcPct val="112000"/>
              </a:lnSpc>
            </a:pPr>
            <a:r>
              <a:rPr sz="5335" kern="5000" spc="100" dirty="0" err="1">
                <a:solidFill>
                  <a:srgbClr val="7E0C6E">
                    <a:alpha val="100000"/>
                  </a:srgbClr>
                </a:solidFill>
                <a:latin typeface="方正小标宋简体" panose="03000509000000000000" pitchFamily="1" charset="-122"/>
                <a:ea typeface="方正小标宋简体" panose="03000509000000000000" pitchFamily="1" charset="-122"/>
              </a:rPr>
              <a:t>南开生物专属PPT模板</a:t>
            </a:r>
            <a:endParaRPr sz="5335" kern="5000" spc="100" dirty="0">
              <a:solidFill>
                <a:srgbClr val="7E0C6E">
                  <a:alpha val="100000"/>
                </a:srgbClr>
              </a:solidFill>
              <a:latin typeface="方正小标宋简体" panose="03000509000000000000" pitchFamily="1" charset="-122"/>
              <a:ea typeface="方正小标宋简体" panose="03000509000000000000" pitchFamily="1" charset="-122"/>
            </a:endParaRPr>
          </a:p>
        </p:txBody>
      </p:sp>
      <p:sp>
        <p:nvSpPr>
          <p:cNvPr id="10" name="文本框 9"/>
          <p:cNvSpPr txBox="1"/>
          <p:nvPr/>
        </p:nvSpPr>
        <p:spPr>
          <a:xfrm>
            <a:off x="2481865" y="4277400"/>
            <a:ext cx="3796470" cy="137160"/>
          </a:xfrm>
          <a:prstGeom prst="rect">
            <a:avLst/>
          </a:prstGeom>
        </p:spPr>
        <p:txBody>
          <a:bodyPr anchor="ctr">
            <a:scene3d>
              <a:camera prst="legacyObliqueTopLeft">
                <a:rot lat="0" lon="0" rev="0"/>
              </a:camera>
              <a:lightRig rig="legacyFlat1" dir="tl"/>
            </a:scene3d>
          </a:bodyPr>
          <a:lstStyle/>
          <a:p>
            <a:pPr algn="ctr">
              <a:lnSpc>
                <a:spcPct val="113000"/>
              </a:lnSpc>
            </a:pPr>
            <a:r>
              <a:rPr sz="800" kern="45000" spc="900">
                <a:solidFill>
                  <a:srgbClr val="FBE5D6">
                    <a:alpha val="70000"/>
                  </a:srgbClr>
                </a:solidFill>
                <a:latin typeface="Noto Sans S Chinese Regular" panose="020B0500000000000000" pitchFamily="1" charset="-122"/>
                <a:ea typeface="Noto Sans S Chinese Regular" panose="020B0500000000000000" pitchFamily="1" charset="-122"/>
              </a:rPr>
              <a:t>允公允能，日新月异。</a:t>
            </a:r>
          </a:p>
        </p:txBody>
      </p:sp>
      <p:pic>
        <p:nvPicPr>
          <p:cNvPr id="5" name="图片 4"/>
          <p:cNvPicPr>
            <a:picLocks noChangeAspect="1"/>
          </p:cNvPicPr>
          <p:nvPr/>
        </p:nvPicPr>
        <p:blipFill>
          <a:blip r:embed="rId6"/>
          <a:stretch>
            <a:fillRect/>
          </a:stretch>
        </p:blipFill>
        <p:spPr>
          <a:xfrm>
            <a:off x="2877251" y="3154480"/>
            <a:ext cx="1464497" cy="331138"/>
          </a:xfrm>
          <a:prstGeom prst="rect">
            <a:avLst/>
          </a:prstGeom>
        </p:spPr>
      </p:pic>
      <p:sp>
        <p:nvSpPr>
          <p:cNvPr id="11" name="文本框 10"/>
          <p:cNvSpPr txBox="1"/>
          <p:nvPr/>
        </p:nvSpPr>
        <p:spPr>
          <a:xfrm>
            <a:off x="2939054" y="3217179"/>
            <a:ext cx="1402694" cy="205740"/>
          </a:xfrm>
          <a:prstGeom prst="rect">
            <a:avLst/>
          </a:prstGeom>
        </p:spPr>
        <p:txBody>
          <a:bodyPr anchor="ctr">
            <a:scene3d>
              <a:camera prst="legacyObliqueTopLeft">
                <a:rot lat="0" lon="0" rev="0"/>
              </a:camera>
              <a:lightRig rig="legacyFlat1" dir="tl"/>
            </a:scene3d>
          </a:bodyPr>
          <a:lstStyle/>
          <a:p>
            <a:pPr algn="ctr">
              <a:lnSpc>
                <a:spcPct val="113000"/>
              </a:lnSpc>
            </a:pPr>
            <a:r>
              <a:rPr sz="1200" kern="100" spc="0" dirty="0" err="1">
                <a:solidFill>
                  <a:srgbClr val="FFFFFF">
                    <a:alpha val="100000"/>
                  </a:srgbClr>
                </a:solidFill>
                <a:latin typeface="Alibaba PuHuiTi Medium" panose="02010800040101010101" pitchFamily="1" charset="-122"/>
                <a:ea typeface="Alibaba PuHuiTi Medium" panose="02010800040101010101" pitchFamily="1" charset="-122"/>
              </a:rPr>
              <a:t>汇报人</a:t>
            </a:r>
            <a:r>
              <a:rPr sz="1200" kern="100" spc="0" dirty="0">
                <a:solidFill>
                  <a:srgbClr val="FFFFFF">
                    <a:alpha val="100000"/>
                  </a:srgbClr>
                </a:solidFill>
                <a:latin typeface="Alibaba PuHuiTi Medium" panose="02010800040101010101" pitchFamily="1" charset="-122"/>
                <a:ea typeface="Alibaba PuHuiTi Medium" panose="02010800040101010101" pitchFamily="1" charset="-122"/>
              </a:rPr>
              <a:t>：</a:t>
            </a:r>
            <a:r>
              <a:rPr lang="zh-CN" altLang="en-US" sz="1200" kern="100" dirty="0">
                <a:solidFill>
                  <a:srgbClr val="FFFFFF">
                    <a:alpha val="100000"/>
                  </a:srgbClr>
                </a:solidFill>
                <a:latin typeface="Alibaba PuHuiTi Medium" panose="02010800040101010101" pitchFamily="1" charset="-122"/>
                <a:ea typeface="Alibaba PuHuiTi Medium" panose="02010800040101010101" pitchFamily="1" charset="-122"/>
              </a:rPr>
              <a:t>刘阳</a:t>
            </a:r>
            <a:endParaRPr sz="1200" kern="100" spc="0" dirty="0">
              <a:solidFill>
                <a:srgbClr val="FFFFFF">
                  <a:alpha val="100000"/>
                </a:srgbClr>
              </a:solidFill>
              <a:latin typeface="Alibaba PuHuiTi Medium" panose="02010800040101010101" pitchFamily="1" charset="-122"/>
              <a:ea typeface="Alibaba PuHuiTi Medium" panose="02010800040101010101" pitchFamily="1" charset="-122"/>
            </a:endParaRPr>
          </a:p>
        </p:txBody>
      </p:sp>
      <p:pic>
        <p:nvPicPr>
          <p:cNvPr id="6" name="图片 5"/>
          <p:cNvPicPr>
            <a:picLocks noChangeAspect="1"/>
          </p:cNvPicPr>
          <p:nvPr/>
        </p:nvPicPr>
        <p:blipFill>
          <a:blip r:embed="rId6"/>
          <a:stretch>
            <a:fillRect/>
          </a:stretch>
        </p:blipFill>
        <p:spPr>
          <a:xfrm>
            <a:off x="4776381" y="3154480"/>
            <a:ext cx="1464497" cy="331138"/>
          </a:xfrm>
          <a:prstGeom prst="rect">
            <a:avLst/>
          </a:prstGeom>
        </p:spPr>
      </p:pic>
      <p:sp>
        <p:nvSpPr>
          <p:cNvPr id="12" name="文本框 11"/>
          <p:cNvSpPr txBox="1"/>
          <p:nvPr/>
        </p:nvSpPr>
        <p:spPr>
          <a:xfrm>
            <a:off x="4679267" y="3217179"/>
            <a:ext cx="1507932" cy="205740"/>
          </a:xfrm>
          <a:prstGeom prst="rect">
            <a:avLst/>
          </a:prstGeom>
        </p:spPr>
        <p:txBody>
          <a:bodyPr anchor="ctr">
            <a:scene3d>
              <a:camera prst="legacyObliqueTopLeft">
                <a:rot lat="0" lon="0" rev="0"/>
              </a:camera>
              <a:lightRig rig="legacyFlat1" dir="tl"/>
            </a:scene3d>
          </a:bodyPr>
          <a:lstStyle/>
          <a:p>
            <a:pPr algn="ctr">
              <a:lnSpc>
                <a:spcPct val="113000"/>
              </a:lnSpc>
            </a:pPr>
            <a:r>
              <a:rPr sz="1200" kern="100" spc="0" dirty="0">
                <a:solidFill>
                  <a:srgbClr val="FFFFFF">
                    <a:alpha val="100000"/>
                  </a:srgbClr>
                </a:solidFill>
                <a:latin typeface="Alibaba PuHuiTi Medium" panose="02010800040101010101" pitchFamily="1" charset="-122"/>
                <a:ea typeface="Alibaba PuHuiTi Medium" panose="02010800040101010101" pitchFamily="1" charset="-122"/>
              </a:rPr>
              <a:t>时间：202</a:t>
            </a:r>
            <a:r>
              <a:rPr lang="en-US" sz="1200" kern="100" spc="0" dirty="0">
                <a:solidFill>
                  <a:srgbClr val="FFFFFF">
                    <a:alpha val="100000"/>
                  </a:srgbClr>
                </a:solidFill>
                <a:latin typeface="Alibaba PuHuiTi Medium" panose="02010800040101010101" pitchFamily="1" charset="-122"/>
                <a:ea typeface="Alibaba PuHuiTi Medium" panose="02010800040101010101" pitchFamily="1" charset="-122"/>
              </a:rPr>
              <a:t>4.10.12</a:t>
            </a:r>
            <a:r>
              <a:rPr sz="1200" kern="100" spc="0" dirty="0">
                <a:solidFill>
                  <a:srgbClr val="FFFFFF">
                    <a:alpha val="100000"/>
                  </a:srgbClr>
                </a:solidFill>
                <a:latin typeface="Alibaba PuHuiTi Medium" panose="02010800040101010101" pitchFamily="1" charset="-122"/>
                <a:ea typeface="Alibaba PuHuiTi Medium" panose="02010800040101010101" pitchFamily="1" charset="-122"/>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a:xfrm>
            <a:off x="0" y="0"/>
            <a:ext cx="9144000" cy="5143500"/>
          </a:xfrm>
          <a:prstGeom prst="rect">
            <a:avLst/>
          </a:prstGeom>
        </p:spPr>
      </p:pic>
      <p:pic>
        <p:nvPicPr>
          <p:cNvPr id="2" name="图片 1"/>
          <p:cNvPicPr>
            <a:picLocks noChangeAspect="1"/>
          </p:cNvPicPr>
          <p:nvPr/>
        </p:nvPicPr>
        <p:blipFill>
          <a:blip r:embed="rId4"/>
          <a:stretch>
            <a:fillRect/>
          </a:stretch>
        </p:blipFill>
        <p:spPr>
          <a:xfrm>
            <a:off x="5090302" y="-1524"/>
            <a:ext cx="5157510" cy="5157510"/>
          </a:xfrm>
          <a:prstGeom prst="rect">
            <a:avLst/>
          </a:prstGeom>
        </p:spPr>
      </p:pic>
      <p:pic>
        <p:nvPicPr>
          <p:cNvPr id="3" name="图片 2"/>
          <p:cNvPicPr>
            <a:picLocks noChangeAspect="1"/>
          </p:cNvPicPr>
          <p:nvPr>
            <p:custDataLst>
              <p:tags r:id="rId1"/>
            </p:custDataLst>
          </p:nvPr>
        </p:nvPicPr>
        <p:blipFill>
          <a:blip r:embed="rId5"/>
          <a:stretch>
            <a:fillRect/>
          </a:stretch>
        </p:blipFill>
        <p:spPr>
          <a:xfrm rot="5400000">
            <a:off x="4823698" y="1024842"/>
            <a:ext cx="5443043" cy="3225937"/>
          </a:xfrm>
          <a:prstGeom prst="rect">
            <a:avLst/>
          </a:prstGeom>
        </p:spPr>
      </p:pic>
      <p:pic>
        <p:nvPicPr>
          <p:cNvPr id="4" name="图片 3"/>
          <p:cNvPicPr>
            <a:picLocks noChangeAspect="1"/>
          </p:cNvPicPr>
          <p:nvPr/>
        </p:nvPicPr>
        <p:blipFill>
          <a:blip r:embed="rId6"/>
          <a:stretch>
            <a:fillRect/>
          </a:stretch>
        </p:blipFill>
        <p:spPr>
          <a:xfrm>
            <a:off x="-124354" y="-348089"/>
            <a:ext cx="6180525" cy="5525030"/>
          </a:xfrm>
          <a:prstGeom prst="rect">
            <a:avLst/>
          </a:prstGeom>
        </p:spPr>
      </p:pic>
      <p:sp>
        <p:nvSpPr>
          <p:cNvPr id="7" name="文本框 6"/>
          <p:cNvSpPr txBox="1"/>
          <p:nvPr/>
        </p:nvSpPr>
        <p:spPr>
          <a:xfrm>
            <a:off x="2076006" y="487928"/>
            <a:ext cx="881973" cy="548640"/>
          </a:xfrm>
          <a:prstGeom prst="rect">
            <a:avLst/>
          </a:prstGeom>
        </p:spPr>
        <p:txBody>
          <a:bodyPr anchor="ctr">
            <a:scene3d>
              <a:camera prst="legacyObliqueTopLeft">
                <a:rot lat="0" lon="0" rev="0"/>
              </a:camera>
              <a:lightRig rig="legacyFlat1" dir="tl"/>
            </a:scene3d>
          </a:bodyPr>
          <a:lstStyle/>
          <a:p>
            <a:pPr algn="just">
              <a:lnSpc>
                <a:spcPct val="113000"/>
              </a:lnSpc>
            </a:pPr>
            <a:r>
              <a:rPr sz="3200" kern="10000" spc="200" dirty="0">
                <a:solidFill>
                  <a:srgbClr val="87467E">
                    <a:alpha val="90000"/>
                  </a:srgbClr>
                </a:solidFill>
                <a:latin typeface="方正小标宋简体" panose="03000509000000000000" pitchFamily="1" charset="-122"/>
                <a:ea typeface="方正小标宋简体" panose="03000509000000000000" pitchFamily="1" charset="-122"/>
              </a:rPr>
              <a:t>01.</a:t>
            </a:r>
          </a:p>
        </p:txBody>
      </p:sp>
      <p:sp>
        <p:nvSpPr>
          <p:cNvPr id="8" name="文本框 7"/>
          <p:cNvSpPr txBox="1"/>
          <p:nvPr/>
        </p:nvSpPr>
        <p:spPr>
          <a:xfrm>
            <a:off x="2068230" y="1420362"/>
            <a:ext cx="881973" cy="548640"/>
          </a:xfrm>
          <a:prstGeom prst="rect">
            <a:avLst/>
          </a:prstGeom>
        </p:spPr>
        <p:txBody>
          <a:bodyPr anchor="ctr">
            <a:scene3d>
              <a:camera prst="legacyObliqueTopLeft">
                <a:rot lat="0" lon="0" rev="0"/>
              </a:camera>
              <a:lightRig rig="legacyFlat1" dir="tl"/>
            </a:scene3d>
          </a:bodyPr>
          <a:lstStyle/>
          <a:p>
            <a:pPr algn="just">
              <a:lnSpc>
                <a:spcPct val="113000"/>
              </a:lnSpc>
            </a:pPr>
            <a:r>
              <a:rPr sz="3200" kern="10000" spc="200" dirty="0">
                <a:solidFill>
                  <a:srgbClr val="87467E">
                    <a:alpha val="90000"/>
                  </a:srgbClr>
                </a:solidFill>
                <a:latin typeface="方正小标宋简体" panose="03000509000000000000" pitchFamily="1" charset="-122"/>
                <a:ea typeface="方正小标宋简体" panose="03000509000000000000" pitchFamily="1" charset="-122"/>
              </a:rPr>
              <a:t>02.</a:t>
            </a:r>
          </a:p>
        </p:txBody>
      </p:sp>
      <p:sp>
        <p:nvSpPr>
          <p:cNvPr id="9" name="文本框 8"/>
          <p:cNvSpPr txBox="1"/>
          <p:nvPr/>
        </p:nvSpPr>
        <p:spPr>
          <a:xfrm>
            <a:off x="2087213" y="2525773"/>
            <a:ext cx="838319" cy="548640"/>
          </a:xfrm>
          <a:prstGeom prst="rect">
            <a:avLst/>
          </a:prstGeom>
        </p:spPr>
        <p:txBody>
          <a:bodyPr anchor="ctr">
            <a:scene3d>
              <a:camera prst="legacyObliqueTopLeft">
                <a:rot lat="0" lon="0" rev="0"/>
              </a:camera>
              <a:lightRig rig="legacyFlat1" dir="tl"/>
            </a:scene3d>
          </a:bodyPr>
          <a:lstStyle/>
          <a:p>
            <a:pPr algn="just">
              <a:lnSpc>
                <a:spcPct val="113000"/>
              </a:lnSpc>
            </a:pPr>
            <a:r>
              <a:rPr sz="3200" kern="10000" spc="200" dirty="0">
                <a:solidFill>
                  <a:srgbClr val="87467E">
                    <a:alpha val="90000"/>
                  </a:srgbClr>
                </a:solidFill>
                <a:latin typeface="方正小标宋简体" panose="03000509000000000000" pitchFamily="1" charset="-122"/>
                <a:ea typeface="方正小标宋简体" panose="03000509000000000000" pitchFamily="1" charset="-122"/>
              </a:rPr>
              <a:t>03.</a:t>
            </a:r>
          </a:p>
        </p:txBody>
      </p:sp>
      <p:sp>
        <p:nvSpPr>
          <p:cNvPr id="10" name="文本框 9"/>
          <p:cNvSpPr txBox="1"/>
          <p:nvPr/>
        </p:nvSpPr>
        <p:spPr>
          <a:xfrm>
            <a:off x="2083209" y="3766119"/>
            <a:ext cx="783515" cy="548640"/>
          </a:xfrm>
          <a:prstGeom prst="rect">
            <a:avLst/>
          </a:prstGeom>
        </p:spPr>
        <p:txBody>
          <a:bodyPr anchor="ctr">
            <a:scene3d>
              <a:camera prst="legacyObliqueTopLeft">
                <a:rot lat="0" lon="0" rev="0"/>
              </a:camera>
              <a:lightRig rig="legacyFlat1" dir="tl"/>
            </a:scene3d>
          </a:bodyPr>
          <a:lstStyle/>
          <a:p>
            <a:pPr algn="just">
              <a:lnSpc>
                <a:spcPct val="113000"/>
              </a:lnSpc>
            </a:pPr>
            <a:r>
              <a:rPr sz="3200" kern="10000" spc="200" dirty="0">
                <a:solidFill>
                  <a:srgbClr val="87467E">
                    <a:alpha val="90000"/>
                  </a:srgbClr>
                </a:solidFill>
                <a:latin typeface="方正小标宋简体" panose="03000509000000000000" pitchFamily="1" charset="-122"/>
                <a:ea typeface="方正小标宋简体" panose="03000509000000000000" pitchFamily="1" charset="-122"/>
              </a:rPr>
              <a:t>04.</a:t>
            </a:r>
          </a:p>
        </p:txBody>
      </p:sp>
      <p:sp>
        <p:nvSpPr>
          <p:cNvPr id="11" name="文本框 10"/>
          <p:cNvSpPr txBox="1"/>
          <p:nvPr/>
        </p:nvSpPr>
        <p:spPr>
          <a:xfrm>
            <a:off x="2925532" y="1992354"/>
            <a:ext cx="2096345" cy="160020"/>
          </a:xfrm>
          <a:prstGeom prst="rect">
            <a:avLst/>
          </a:prstGeom>
        </p:spPr>
        <p:txBody>
          <a:bodyPr anchor="ctr">
            <a:scene3d>
              <a:camera prst="legacyObliqueTopLeft">
                <a:rot lat="0" lon="0" rev="0"/>
              </a:camera>
              <a:lightRig rig="legacyFlat1" dir="tl"/>
            </a:scene3d>
          </a:bodyPr>
          <a:lstStyle/>
          <a:p>
            <a:pPr algn="l">
              <a:lnSpc>
                <a:spcPct val="113000"/>
              </a:lnSpc>
            </a:pPr>
            <a:r>
              <a:rPr sz="935" kern="10000" spc="200" dirty="0">
                <a:solidFill>
                  <a:srgbClr val="87467E">
                    <a:alpha val="50000"/>
                  </a:srgbClr>
                </a:solidFill>
                <a:latin typeface="方正小标宋简体" panose="03000509000000000000" pitchFamily="1" charset="-122"/>
                <a:ea typeface="方正小标宋简体" panose="03000509000000000000" pitchFamily="1" charset="-122"/>
              </a:rPr>
              <a:t>Lorem ipsum dolor sit </a:t>
            </a:r>
            <a:r>
              <a:rPr sz="935" kern="10000" spc="200" dirty="0" err="1">
                <a:solidFill>
                  <a:srgbClr val="87467E">
                    <a:alpha val="50000"/>
                  </a:srgbClr>
                </a:solidFill>
                <a:latin typeface="方正小标宋简体" panose="03000509000000000000" pitchFamily="1" charset="-122"/>
                <a:ea typeface="方正小标宋简体" panose="03000509000000000000" pitchFamily="1" charset="-122"/>
              </a:rPr>
              <a:t>amet</a:t>
            </a:r>
            <a:endParaRPr sz="935" kern="10000" spc="200" dirty="0">
              <a:solidFill>
                <a:srgbClr val="87467E">
                  <a:alpha val="50000"/>
                </a:srgbClr>
              </a:solidFill>
              <a:latin typeface="方正小标宋简体" panose="03000509000000000000" pitchFamily="1" charset="-122"/>
              <a:ea typeface="方正小标宋简体" panose="03000509000000000000" pitchFamily="1" charset="-122"/>
            </a:endParaRPr>
          </a:p>
        </p:txBody>
      </p:sp>
      <p:sp>
        <p:nvSpPr>
          <p:cNvPr id="12" name="文本框 11"/>
          <p:cNvSpPr txBox="1"/>
          <p:nvPr/>
        </p:nvSpPr>
        <p:spPr>
          <a:xfrm>
            <a:off x="2914325" y="1518516"/>
            <a:ext cx="2288492" cy="388620"/>
          </a:xfrm>
          <a:prstGeom prst="rect">
            <a:avLst/>
          </a:prstGeom>
        </p:spPr>
        <p:txBody>
          <a:bodyPr anchor="ctr">
            <a:scene3d>
              <a:camera prst="legacyObliqueTopLeft">
                <a:rot lat="0" lon="0" rev="0"/>
              </a:camera>
              <a:lightRig rig="legacyFlat1" dir="tl"/>
            </a:scene3d>
          </a:bodyPr>
          <a:lstStyle/>
          <a:p>
            <a:pPr algn="just">
              <a:lnSpc>
                <a:spcPct val="112000"/>
              </a:lnSpc>
            </a:pPr>
            <a:r>
              <a:rPr sz="2265" kern="10000" spc="200" dirty="0" err="1">
                <a:solidFill>
                  <a:srgbClr val="87467E">
                    <a:alpha val="100000"/>
                  </a:srgbClr>
                </a:solidFill>
                <a:latin typeface="方正小标宋简体" panose="03000509000000000000" pitchFamily="1" charset="-122"/>
                <a:ea typeface="方正小标宋简体" panose="03000509000000000000" pitchFamily="1" charset="-122"/>
              </a:rPr>
              <a:t>研究进展</a:t>
            </a:r>
            <a:endParaRPr sz="2265" kern="10000" spc="200" dirty="0">
              <a:solidFill>
                <a:srgbClr val="87467E">
                  <a:alpha val="100000"/>
                </a:srgbClr>
              </a:solidFill>
              <a:latin typeface="方正小标宋简体" panose="03000509000000000000" pitchFamily="1" charset="-122"/>
              <a:ea typeface="方正小标宋简体" panose="03000509000000000000" pitchFamily="1" charset="-122"/>
            </a:endParaRPr>
          </a:p>
        </p:txBody>
      </p:sp>
      <p:sp>
        <p:nvSpPr>
          <p:cNvPr id="13" name="文本框 12"/>
          <p:cNvSpPr txBox="1"/>
          <p:nvPr/>
        </p:nvSpPr>
        <p:spPr>
          <a:xfrm>
            <a:off x="2866724" y="2626621"/>
            <a:ext cx="2288492" cy="388620"/>
          </a:xfrm>
          <a:prstGeom prst="rect">
            <a:avLst/>
          </a:prstGeom>
        </p:spPr>
        <p:txBody>
          <a:bodyPr anchor="ctr">
            <a:scene3d>
              <a:camera prst="legacyObliqueTopLeft">
                <a:rot lat="0" lon="0" rev="0"/>
              </a:camera>
              <a:lightRig rig="legacyFlat1" dir="tl"/>
            </a:scene3d>
          </a:bodyPr>
          <a:lstStyle/>
          <a:p>
            <a:pPr algn="just">
              <a:lnSpc>
                <a:spcPct val="112000"/>
              </a:lnSpc>
            </a:pPr>
            <a:r>
              <a:rPr sz="2265" kern="10000" spc="200" dirty="0" err="1">
                <a:solidFill>
                  <a:srgbClr val="87467E">
                    <a:alpha val="100000"/>
                  </a:srgbClr>
                </a:solidFill>
                <a:latin typeface="方正小标宋简体" panose="03000509000000000000" pitchFamily="1" charset="-122"/>
                <a:ea typeface="方正小标宋简体" panose="03000509000000000000" pitchFamily="1" charset="-122"/>
              </a:rPr>
              <a:t>研究存在问题</a:t>
            </a:r>
            <a:endParaRPr sz="2265" kern="10000" spc="200" dirty="0">
              <a:solidFill>
                <a:srgbClr val="87467E">
                  <a:alpha val="100000"/>
                </a:srgbClr>
              </a:solidFill>
              <a:latin typeface="方正小标宋简体" panose="03000509000000000000" pitchFamily="1" charset="-122"/>
              <a:ea typeface="方正小标宋简体" panose="03000509000000000000" pitchFamily="1" charset="-122"/>
            </a:endParaRPr>
          </a:p>
        </p:txBody>
      </p:sp>
      <p:sp>
        <p:nvSpPr>
          <p:cNvPr id="14" name="文本框 13"/>
          <p:cNvSpPr txBox="1"/>
          <p:nvPr/>
        </p:nvSpPr>
        <p:spPr>
          <a:xfrm>
            <a:off x="2933522" y="3132875"/>
            <a:ext cx="2096345" cy="160020"/>
          </a:xfrm>
          <a:prstGeom prst="rect">
            <a:avLst/>
          </a:prstGeom>
        </p:spPr>
        <p:txBody>
          <a:bodyPr anchor="ctr">
            <a:scene3d>
              <a:camera prst="legacyObliqueTopLeft">
                <a:rot lat="0" lon="0" rev="0"/>
              </a:camera>
              <a:lightRig rig="legacyFlat1" dir="tl"/>
            </a:scene3d>
          </a:bodyPr>
          <a:lstStyle/>
          <a:p>
            <a:pPr algn="l">
              <a:lnSpc>
                <a:spcPct val="113000"/>
              </a:lnSpc>
            </a:pPr>
            <a:r>
              <a:rPr sz="935" kern="10000" spc="200" dirty="0">
                <a:solidFill>
                  <a:srgbClr val="87467E">
                    <a:alpha val="50000"/>
                  </a:srgbClr>
                </a:solidFill>
                <a:latin typeface="方正小标宋简体" panose="03000509000000000000" pitchFamily="1" charset="-122"/>
                <a:ea typeface="方正小标宋简体" panose="03000509000000000000" pitchFamily="1" charset="-122"/>
              </a:rPr>
              <a:t>Lorem ipsum dolor sit </a:t>
            </a:r>
            <a:r>
              <a:rPr sz="935" kern="10000" spc="200" dirty="0" err="1">
                <a:solidFill>
                  <a:srgbClr val="87467E">
                    <a:alpha val="50000"/>
                  </a:srgbClr>
                </a:solidFill>
                <a:latin typeface="方正小标宋简体" panose="03000509000000000000" pitchFamily="1" charset="-122"/>
                <a:ea typeface="方正小标宋简体" panose="03000509000000000000" pitchFamily="1" charset="-122"/>
              </a:rPr>
              <a:t>amet</a:t>
            </a:r>
            <a:endParaRPr sz="935" kern="10000" spc="200" dirty="0">
              <a:solidFill>
                <a:srgbClr val="87467E">
                  <a:alpha val="50000"/>
                </a:srgbClr>
              </a:solidFill>
              <a:latin typeface="方正小标宋简体" panose="03000509000000000000" pitchFamily="1" charset="-122"/>
              <a:ea typeface="方正小标宋简体" panose="03000509000000000000" pitchFamily="1" charset="-122"/>
            </a:endParaRPr>
          </a:p>
        </p:txBody>
      </p:sp>
      <p:sp>
        <p:nvSpPr>
          <p:cNvPr id="15" name="文本框 14"/>
          <p:cNvSpPr txBox="1"/>
          <p:nvPr/>
        </p:nvSpPr>
        <p:spPr>
          <a:xfrm>
            <a:off x="2914325" y="3881606"/>
            <a:ext cx="2288492" cy="388620"/>
          </a:xfrm>
          <a:prstGeom prst="rect">
            <a:avLst/>
          </a:prstGeom>
        </p:spPr>
        <p:txBody>
          <a:bodyPr anchor="ctr">
            <a:scene3d>
              <a:camera prst="legacyObliqueTopLeft">
                <a:rot lat="0" lon="0" rev="0"/>
              </a:camera>
              <a:lightRig rig="legacyFlat1" dir="tl"/>
            </a:scene3d>
          </a:bodyPr>
          <a:lstStyle/>
          <a:p>
            <a:pPr algn="just">
              <a:lnSpc>
                <a:spcPct val="112000"/>
              </a:lnSpc>
            </a:pPr>
            <a:r>
              <a:rPr sz="2265" kern="10000" spc="200" dirty="0" err="1">
                <a:solidFill>
                  <a:srgbClr val="87467E">
                    <a:alpha val="100000"/>
                  </a:srgbClr>
                </a:solidFill>
                <a:latin typeface="方正小标宋简体" panose="03000509000000000000" pitchFamily="1" charset="-122"/>
                <a:ea typeface="方正小标宋简体" panose="03000509000000000000" pitchFamily="1" charset="-122"/>
              </a:rPr>
              <a:t>研究展望</a:t>
            </a:r>
            <a:endParaRPr sz="2265" kern="10000" spc="200" dirty="0">
              <a:solidFill>
                <a:srgbClr val="87467E">
                  <a:alpha val="100000"/>
                </a:srgbClr>
              </a:solidFill>
              <a:latin typeface="方正小标宋简体" panose="03000509000000000000" pitchFamily="1" charset="-122"/>
              <a:ea typeface="方正小标宋简体" panose="03000509000000000000" pitchFamily="1" charset="-122"/>
            </a:endParaRPr>
          </a:p>
        </p:txBody>
      </p:sp>
      <p:sp>
        <p:nvSpPr>
          <p:cNvPr id="16" name="文本框 15"/>
          <p:cNvSpPr txBox="1"/>
          <p:nvPr/>
        </p:nvSpPr>
        <p:spPr>
          <a:xfrm>
            <a:off x="2926739" y="4314759"/>
            <a:ext cx="2096345" cy="160020"/>
          </a:xfrm>
          <a:prstGeom prst="rect">
            <a:avLst/>
          </a:prstGeom>
        </p:spPr>
        <p:txBody>
          <a:bodyPr anchor="ctr">
            <a:scene3d>
              <a:camera prst="legacyObliqueTopLeft">
                <a:rot lat="0" lon="0" rev="0"/>
              </a:camera>
              <a:lightRig rig="legacyFlat1" dir="tl"/>
            </a:scene3d>
          </a:bodyPr>
          <a:lstStyle/>
          <a:p>
            <a:pPr algn="l">
              <a:lnSpc>
                <a:spcPct val="113000"/>
              </a:lnSpc>
            </a:pPr>
            <a:r>
              <a:rPr sz="935" kern="10000" spc="200" dirty="0">
                <a:solidFill>
                  <a:srgbClr val="87467E">
                    <a:alpha val="50000"/>
                  </a:srgbClr>
                </a:solidFill>
                <a:latin typeface="方正小标宋简体" panose="03000509000000000000" pitchFamily="1" charset="-122"/>
                <a:ea typeface="方正小标宋简体" panose="03000509000000000000" pitchFamily="1" charset="-122"/>
              </a:rPr>
              <a:t>Lorem ipsum dolor sit </a:t>
            </a:r>
            <a:r>
              <a:rPr sz="935" kern="10000" spc="200" dirty="0" err="1">
                <a:solidFill>
                  <a:srgbClr val="87467E">
                    <a:alpha val="50000"/>
                  </a:srgbClr>
                </a:solidFill>
                <a:latin typeface="方正小标宋简体" panose="03000509000000000000" pitchFamily="1" charset="-122"/>
                <a:ea typeface="方正小标宋简体" panose="03000509000000000000" pitchFamily="1" charset="-122"/>
              </a:rPr>
              <a:t>amet</a:t>
            </a:r>
            <a:endParaRPr sz="935" kern="10000" spc="200" dirty="0">
              <a:solidFill>
                <a:srgbClr val="87467E">
                  <a:alpha val="50000"/>
                </a:srgbClr>
              </a:solidFill>
              <a:latin typeface="方正小标宋简体" panose="03000509000000000000" pitchFamily="1" charset="-122"/>
              <a:ea typeface="方正小标宋简体" panose="03000509000000000000" pitchFamily="1" charset="-122"/>
            </a:endParaRPr>
          </a:p>
        </p:txBody>
      </p:sp>
      <p:sp>
        <p:nvSpPr>
          <p:cNvPr id="17" name="文本框 16"/>
          <p:cNvSpPr txBox="1"/>
          <p:nvPr/>
        </p:nvSpPr>
        <p:spPr>
          <a:xfrm>
            <a:off x="2933522" y="588230"/>
            <a:ext cx="2288492" cy="388620"/>
          </a:xfrm>
          <a:prstGeom prst="rect">
            <a:avLst/>
          </a:prstGeom>
        </p:spPr>
        <p:txBody>
          <a:bodyPr anchor="ctr">
            <a:scene3d>
              <a:camera prst="legacyObliqueTopLeft">
                <a:rot lat="0" lon="0" rev="0"/>
              </a:camera>
              <a:lightRig rig="legacyFlat1" dir="tl"/>
            </a:scene3d>
          </a:bodyPr>
          <a:lstStyle/>
          <a:p>
            <a:pPr algn="just">
              <a:lnSpc>
                <a:spcPct val="112000"/>
              </a:lnSpc>
            </a:pPr>
            <a:r>
              <a:rPr sz="2265" kern="10000" spc="200" dirty="0" err="1">
                <a:solidFill>
                  <a:srgbClr val="87467E">
                    <a:alpha val="100000"/>
                  </a:srgbClr>
                </a:solidFill>
                <a:latin typeface="方正小标宋简体" panose="03000509000000000000" pitchFamily="1" charset="-122"/>
                <a:ea typeface="方正小标宋简体" panose="03000509000000000000" pitchFamily="1" charset="-122"/>
              </a:rPr>
              <a:t>研究背景</a:t>
            </a:r>
            <a:endParaRPr sz="2265" kern="10000" spc="200" dirty="0">
              <a:solidFill>
                <a:srgbClr val="87467E">
                  <a:alpha val="100000"/>
                </a:srgbClr>
              </a:solidFill>
              <a:latin typeface="方正小标宋简体" panose="03000509000000000000" pitchFamily="1" charset="-122"/>
              <a:ea typeface="方正小标宋简体" panose="03000509000000000000" pitchFamily="1" charset="-122"/>
            </a:endParaRPr>
          </a:p>
        </p:txBody>
      </p:sp>
      <p:sp>
        <p:nvSpPr>
          <p:cNvPr id="18" name="文本框 17"/>
          <p:cNvSpPr txBox="1"/>
          <p:nvPr/>
        </p:nvSpPr>
        <p:spPr>
          <a:xfrm>
            <a:off x="2926739" y="1062007"/>
            <a:ext cx="2096345" cy="160020"/>
          </a:xfrm>
          <a:prstGeom prst="rect">
            <a:avLst/>
          </a:prstGeom>
        </p:spPr>
        <p:txBody>
          <a:bodyPr anchor="ctr">
            <a:scene3d>
              <a:camera prst="legacyObliqueTopLeft">
                <a:rot lat="0" lon="0" rev="0"/>
              </a:camera>
              <a:lightRig rig="legacyFlat1" dir="tl"/>
            </a:scene3d>
          </a:bodyPr>
          <a:lstStyle/>
          <a:p>
            <a:pPr algn="l">
              <a:lnSpc>
                <a:spcPct val="113000"/>
              </a:lnSpc>
            </a:pPr>
            <a:r>
              <a:rPr sz="935" kern="10000" spc="200" dirty="0">
                <a:solidFill>
                  <a:srgbClr val="87467E">
                    <a:alpha val="50000"/>
                  </a:srgbClr>
                </a:solidFill>
                <a:latin typeface="方正小标宋简体" panose="03000509000000000000" pitchFamily="1" charset="-122"/>
                <a:ea typeface="方正小标宋简体" panose="03000509000000000000" pitchFamily="1" charset="-122"/>
              </a:rPr>
              <a:t>Lorem ipsum dolor sit </a:t>
            </a:r>
            <a:r>
              <a:rPr sz="935" kern="10000" spc="200" dirty="0" err="1">
                <a:solidFill>
                  <a:srgbClr val="87467E">
                    <a:alpha val="50000"/>
                  </a:srgbClr>
                </a:solidFill>
                <a:latin typeface="方正小标宋简体" panose="03000509000000000000" pitchFamily="1" charset="-122"/>
                <a:ea typeface="方正小标宋简体" panose="03000509000000000000" pitchFamily="1" charset="-122"/>
              </a:rPr>
              <a:t>amet</a:t>
            </a:r>
            <a:endParaRPr sz="935" kern="10000" spc="200" dirty="0">
              <a:solidFill>
                <a:srgbClr val="87467E">
                  <a:alpha val="50000"/>
                </a:srgbClr>
              </a:solidFill>
              <a:latin typeface="方正小标宋简体" panose="03000509000000000000" pitchFamily="1" charset="-122"/>
              <a:ea typeface="方正小标宋简体" panose="03000509000000000000" pitchFamily="1" charset="-122"/>
            </a:endParaRPr>
          </a:p>
        </p:txBody>
      </p:sp>
      <p:sp>
        <p:nvSpPr>
          <p:cNvPr id="19" name="文本框 18"/>
          <p:cNvSpPr txBox="1"/>
          <p:nvPr/>
        </p:nvSpPr>
        <p:spPr>
          <a:xfrm>
            <a:off x="617652" y="1712826"/>
            <a:ext cx="1034446" cy="1645920"/>
          </a:xfrm>
          <a:prstGeom prst="rect">
            <a:avLst/>
          </a:prstGeom>
        </p:spPr>
        <p:txBody>
          <a:bodyPr anchor="ctr">
            <a:scene3d>
              <a:camera prst="legacyObliqueTopLeft">
                <a:rot lat="0" lon="0" rev="0"/>
              </a:camera>
              <a:lightRig rig="legacyFlat1" dir="tl"/>
            </a:scene3d>
          </a:bodyPr>
          <a:lstStyle/>
          <a:p>
            <a:pPr algn="ctr">
              <a:lnSpc>
                <a:spcPct val="113000"/>
              </a:lnSpc>
            </a:pPr>
            <a:r>
              <a:rPr sz="4800" kern="100" spc="0">
                <a:solidFill>
                  <a:srgbClr val="7E0C6E">
                    <a:alpha val="100000"/>
                  </a:srgbClr>
                </a:solidFill>
                <a:latin typeface="方正小标宋简体" panose="03000509000000000000" pitchFamily="1" charset="-122"/>
                <a:ea typeface="方正小标宋简体" panose="03000509000000000000" pitchFamily="1" charset="-122"/>
              </a:rPr>
              <a:t>目</a:t>
            </a:r>
          </a:p>
          <a:p>
            <a:pPr algn="ctr">
              <a:lnSpc>
                <a:spcPct val="113000"/>
              </a:lnSpc>
            </a:pPr>
            <a:r>
              <a:rPr sz="4800" kern="100" spc="0">
                <a:solidFill>
                  <a:srgbClr val="7E0C6E">
                    <a:alpha val="100000"/>
                  </a:srgbClr>
                </a:solidFill>
                <a:latin typeface="方正小标宋简体" panose="03000509000000000000" pitchFamily="1" charset="-122"/>
                <a:ea typeface="方正小标宋简体" panose="03000509000000000000" pitchFamily="1" charset="-122"/>
              </a:rPr>
              <a:t>录</a:t>
            </a:r>
          </a:p>
        </p:txBody>
      </p:sp>
      <p:sp>
        <p:nvSpPr>
          <p:cNvPr id="20" name="文本框 19"/>
          <p:cNvSpPr txBox="1"/>
          <p:nvPr/>
        </p:nvSpPr>
        <p:spPr>
          <a:xfrm rot="16200000">
            <a:off x="-2680634" y="2026681"/>
            <a:ext cx="5363798" cy="1143000"/>
          </a:xfrm>
          <a:prstGeom prst="rect">
            <a:avLst/>
          </a:prstGeom>
        </p:spPr>
        <p:txBody>
          <a:bodyPr anchor="ctr">
            <a:scene3d>
              <a:camera prst="legacyObliqueTopLeft">
                <a:rot lat="0" lon="0" rev="0"/>
              </a:camera>
              <a:lightRig rig="legacyFlat1" dir="tl"/>
            </a:scene3d>
          </a:bodyPr>
          <a:lstStyle/>
          <a:p>
            <a:pPr algn="ctr">
              <a:lnSpc>
                <a:spcPct val="113000"/>
              </a:lnSpc>
            </a:pPr>
            <a:r>
              <a:rPr sz="6665" b="1" kern="100" spc="0">
                <a:solidFill>
                  <a:srgbClr val="7E0C6E">
                    <a:alpha val="11000"/>
                  </a:srgbClr>
                </a:solidFill>
                <a:latin typeface="Noto Sans S Chinese Black" panose="020B0A00000000000000" pitchFamily="1" charset="-122"/>
                <a:ea typeface="Noto Sans S Chinese Black" panose="020B0A00000000000000" pitchFamily="1" charset="-122"/>
              </a:rPr>
              <a:t>CONTENTS</a:t>
            </a:r>
          </a:p>
        </p:txBody>
      </p:sp>
      <p:pic>
        <p:nvPicPr>
          <p:cNvPr id="5" name="图片 4"/>
          <p:cNvPicPr>
            <a:picLocks noChangeAspect="1"/>
          </p:cNvPicPr>
          <p:nvPr/>
        </p:nvPicPr>
        <p:blipFill>
          <a:blip r:embed="rId7"/>
          <a:stretch>
            <a:fillRect/>
          </a:stretch>
        </p:blipFill>
        <p:spPr>
          <a:xfrm rot="5400000">
            <a:off x="2817511" y="2947684"/>
            <a:ext cx="6460203" cy="272607"/>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0" y="0"/>
            <a:ext cx="9144000" cy="5143500"/>
          </a:xfrm>
          <a:prstGeom prst="rect">
            <a:avLst/>
          </a:prstGeom>
        </p:spPr>
      </p:pic>
      <p:pic>
        <p:nvPicPr>
          <p:cNvPr id="2" name="图片 1"/>
          <p:cNvPicPr>
            <a:picLocks noChangeAspect="1"/>
          </p:cNvPicPr>
          <p:nvPr/>
        </p:nvPicPr>
        <p:blipFill>
          <a:blip r:embed="rId3"/>
          <a:stretch>
            <a:fillRect/>
          </a:stretch>
        </p:blipFill>
        <p:spPr>
          <a:xfrm>
            <a:off x="4476" y="3523440"/>
            <a:ext cx="9139763" cy="1232562"/>
          </a:xfrm>
          <a:prstGeom prst="rect">
            <a:avLst/>
          </a:prstGeom>
        </p:spPr>
      </p:pic>
      <p:pic>
        <p:nvPicPr>
          <p:cNvPr id="3" name="图片 2"/>
          <p:cNvPicPr>
            <a:picLocks noChangeAspect="1"/>
          </p:cNvPicPr>
          <p:nvPr/>
        </p:nvPicPr>
        <p:blipFill>
          <a:blip r:embed="rId4"/>
          <a:stretch>
            <a:fillRect/>
          </a:stretch>
        </p:blipFill>
        <p:spPr>
          <a:xfrm>
            <a:off x="-43624" y="-290941"/>
            <a:ext cx="9235945" cy="6157296"/>
          </a:xfrm>
          <a:prstGeom prst="rect">
            <a:avLst/>
          </a:prstGeom>
        </p:spPr>
      </p:pic>
      <p:sp>
        <p:nvSpPr>
          <p:cNvPr id="6" name="文本框 5"/>
          <p:cNvSpPr txBox="1"/>
          <p:nvPr/>
        </p:nvSpPr>
        <p:spPr>
          <a:xfrm>
            <a:off x="619410" y="4387786"/>
            <a:ext cx="3796470" cy="274320"/>
          </a:xfrm>
          <a:prstGeom prst="rect">
            <a:avLst/>
          </a:prstGeom>
        </p:spPr>
        <p:txBody>
          <a:bodyPr anchor="ctr">
            <a:scene3d>
              <a:camera prst="legacyObliqueTopLeft">
                <a:rot lat="0" lon="0" rev="0"/>
              </a:camera>
              <a:lightRig rig="legacyFlat1" dir="tl"/>
            </a:scene3d>
          </a:bodyPr>
          <a:lstStyle/>
          <a:p>
            <a:pPr algn="l">
              <a:lnSpc>
                <a:spcPct val="113000"/>
              </a:lnSpc>
            </a:pPr>
            <a:r>
              <a:rPr sz="800" kern="45000" spc="900" dirty="0" err="1">
                <a:solidFill>
                  <a:srgbClr val="FFFFFF">
                    <a:alpha val="34000"/>
                  </a:srgbClr>
                </a:solidFill>
                <a:latin typeface="Noto Sans S Chinese Regular" panose="020B0500000000000000" pitchFamily="1" charset="-122"/>
                <a:ea typeface="Noto Sans S Chinese Regular" panose="020B0500000000000000" pitchFamily="1" charset="-122"/>
              </a:rPr>
              <a:t>请在此处添加具体内容，文字尽量言简意赅简单说明即可。请在此处添加具体内容</a:t>
            </a:r>
            <a:r>
              <a:rPr sz="800" kern="45000" spc="900" dirty="0">
                <a:solidFill>
                  <a:srgbClr val="FFFFFF">
                    <a:alpha val="34000"/>
                  </a:srgbClr>
                </a:solidFill>
                <a:latin typeface="Noto Sans S Chinese Regular" panose="020B0500000000000000" pitchFamily="1" charset="-122"/>
                <a:ea typeface="Noto Sans S Chinese Regular" panose="020B0500000000000000" pitchFamily="1" charset="-122"/>
              </a:rPr>
              <a:t>。</a:t>
            </a:r>
          </a:p>
        </p:txBody>
      </p:sp>
      <p:sp>
        <p:nvSpPr>
          <p:cNvPr id="7" name="文本框 6"/>
          <p:cNvSpPr txBox="1"/>
          <p:nvPr/>
        </p:nvSpPr>
        <p:spPr>
          <a:xfrm>
            <a:off x="619410" y="1662731"/>
            <a:ext cx="2013934" cy="1462369"/>
          </a:xfrm>
          <a:prstGeom prst="rect">
            <a:avLst/>
          </a:prstGeom>
        </p:spPr>
        <p:txBody>
          <a:bodyPr anchor="ctr">
            <a:scene3d>
              <a:camera prst="legacyObliqueTopLeft">
                <a:rot lat="0" lon="0" rev="0"/>
              </a:camera>
              <a:lightRig rig="legacyFlat1" dir="tl"/>
            </a:scene3d>
          </a:bodyPr>
          <a:lstStyle/>
          <a:p>
            <a:pPr algn="just">
              <a:lnSpc>
                <a:spcPct val="112000"/>
              </a:lnSpc>
            </a:pPr>
            <a:r>
              <a:rPr sz="8530" b="1" kern="10000" spc="200">
                <a:solidFill>
                  <a:srgbClr val="FBE5D6">
                    <a:alpha val="100000"/>
                  </a:srgbClr>
                </a:solidFill>
                <a:latin typeface="方正小标宋简体" panose="03000509000000000000" pitchFamily="1" charset="-122"/>
                <a:ea typeface="方正小标宋简体" panose="03000509000000000000" pitchFamily="1" charset="-122"/>
              </a:rPr>
              <a:t>01.</a:t>
            </a:r>
          </a:p>
        </p:txBody>
      </p:sp>
      <p:sp>
        <p:nvSpPr>
          <p:cNvPr id="8" name="文本框 7"/>
          <p:cNvSpPr txBox="1"/>
          <p:nvPr/>
        </p:nvSpPr>
        <p:spPr>
          <a:xfrm>
            <a:off x="2533411" y="2002229"/>
            <a:ext cx="3264916" cy="579760"/>
          </a:xfrm>
          <a:prstGeom prst="rect">
            <a:avLst/>
          </a:prstGeom>
        </p:spPr>
        <p:txBody>
          <a:bodyPr anchor="ctr">
            <a:scene3d>
              <a:camera prst="legacyObliqueTopLeft">
                <a:rot lat="0" lon="0" rev="0"/>
              </a:camera>
              <a:lightRig rig="legacyFlat1" dir="tl"/>
            </a:scene3d>
          </a:bodyPr>
          <a:lstStyle/>
          <a:p>
            <a:pPr algn="just">
              <a:lnSpc>
                <a:spcPct val="113000"/>
              </a:lnSpc>
            </a:pPr>
            <a:r>
              <a:rPr sz="3380" kern="10000" spc="200">
                <a:solidFill>
                  <a:srgbClr val="FBE5D6">
                    <a:alpha val="100000"/>
                  </a:srgbClr>
                </a:solidFill>
                <a:latin typeface="方正小标宋简体" panose="03000509000000000000" pitchFamily="1" charset="-122"/>
                <a:ea typeface="方正小标宋简体" panose="03000509000000000000" pitchFamily="1" charset="-122"/>
              </a:rPr>
              <a:t>研究背景</a:t>
            </a:r>
          </a:p>
        </p:txBody>
      </p:sp>
      <p:sp>
        <p:nvSpPr>
          <p:cNvPr id="9" name="文本框 8"/>
          <p:cNvSpPr txBox="1"/>
          <p:nvPr/>
        </p:nvSpPr>
        <p:spPr>
          <a:xfrm>
            <a:off x="2352825" y="2581989"/>
            <a:ext cx="3296442" cy="205740"/>
          </a:xfrm>
          <a:prstGeom prst="rect">
            <a:avLst/>
          </a:prstGeom>
        </p:spPr>
        <p:txBody>
          <a:bodyPr anchor="ctr">
            <a:scene3d>
              <a:camera prst="legacyObliqueTopLeft">
                <a:rot lat="0" lon="0" rev="0"/>
              </a:camera>
              <a:lightRig rig="legacyFlat1" dir="tl"/>
            </a:scene3d>
          </a:bodyPr>
          <a:lstStyle/>
          <a:p>
            <a:pPr algn="ctr">
              <a:lnSpc>
                <a:spcPct val="113000"/>
              </a:lnSpc>
            </a:pPr>
            <a:r>
              <a:rPr sz="1200" kern="100" spc="0">
                <a:solidFill>
                  <a:srgbClr val="FBE5D6">
                    <a:alpha val="64000"/>
                  </a:srgbClr>
                </a:solidFill>
                <a:latin typeface="Noto Sans S Chinese Regular" panose="020B0500000000000000" pitchFamily="1" charset="-122"/>
                <a:ea typeface="Noto Sans S Chinese Regular" panose="020B0500000000000000" pitchFamily="1" charset="-122"/>
              </a:rPr>
              <a:t>只争朝夕，不负韶华/不忘初心，砥砺前行</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0" y="0"/>
            <a:ext cx="9144000" cy="5143500"/>
          </a:xfrm>
          <a:prstGeom prst="rect">
            <a:avLst/>
          </a:prstGeom>
        </p:spPr>
      </p:pic>
      <p:pic>
        <p:nvPicPr>
          <p:cNvPr id="2" name="图片 1"/>
          <p:cNvPicPr>
            <a:picLocks noChangeAspect="1"/>
          </p:cNvPicPr>
          <p:nvPr/>
        </p:nvPicPr>
        <p:blipFill>
          <a:blip r:embed="rId3"/>
          <a:stretch>
            <a:fillRect/>
          </a:stretch>
        </p:blipFill>
        <p:spPr>
          <a:xfrm>
            <a:off x="5972386" y="1106106"/>
            <a:ext cx="2646220" cy="1645649"/>
          </a:xfrm>
          <a:prstGeom prst="rect">
            <a:avLst/>
          </a:prstGeom>
        </p:spPr>
      </p:pic>
      <p:pic>
        <p:nvPicPr>
          <p:cNvPr id="3" name="图片 2"/>
          <p:cNvPicPr>
            <a:picLocks noChangeAspect="1"/>
          </p:cNvPicPr>
          <p:nvPr/>
        </p:nvPicPr>
        <p:blipFill>
          <a:blip r:embed="rId4"/>
          <a:stretch>
            <a:fillRect/>
          </a:stretch>
        </p:blipFill>
        <p:spPr>
          <a:xfrm>
            <a:off x="358562" y="1039554"/>
            <a:ext cx="5066737" cy="3605978"/>
          </a:xfrm>
          <a:prstGeom prst="rect">
            <a:avLst/>
          </a:prstGeom>
        </p:spPr>
      </p:pic>
      <p:pic>
        <p:nvPicPr>
          <p:cNvPr id="4" name="图片 3"/>
          <p:cNvPicPr>
            <a:picLocks noChangeAspect="1"/>
          </p:cNvPicPr>
          <p:nvPr/>
        </p:nvPicPr>
        <p:blipFill>
          <a:blip r:embed="rId5"/>
          <a:stretch>
            <a:fillRect/>
          </a:stretch>
        </p:blipFill>
        <p:spPr>
          <a:xfrm rot="5400000">
            <a:off x="-1435227" y="2812256"/>
            <a:ext cx="3585588" cy="49272"/>
          </a:xfrm>
          <a:prstGeom prst="rect">
            <a:avLst/>
          </a:prstGeom>
        </p:spPr>
      </p:pic>
      <p:pic>
        <p:nvPicPr>
          <p:cNvPr id="5" name="图片 4"/>
          <p:cNvPicPr>
            <a:picLocks noChangeAspect="1"/>
          </p:cNvPicPr>
          <p:nvPr/>
        </p:nvPicPr>
        <p:blipFill>
          <a:blip r:embed="rId6"/>
          <a:stretch>
            <a:fillRect/>
          </a:stretch>
        </p:blipFill>
        <p:spPr>
          <a:xfrm>
            <a:off x="5068966" y="1021889"/>
            <a:ext cx="377328" cy="377328"/>
          </a:xfrm>
          <a:prstGeom prst="rect">
            <a:avLst/>
          </a:prstGeom>
        </p:spPr>
      </p:pic>
      <p:sp>
        <p:nvSpPr>
          <p:cNvPr id="9" name="文本框 8"/>
          <p:cNvSpPr txBox="1"/>
          <p:nvPr/>
        </p:nvSpPr>
        <p:spPr>
          <a:xfrm>
            <a:off x="559974" y="1822465"/>
            <a:ext cx="4495223" cy="1120140"/>
          </a:xfrm>
          <a:prstGeom prst="rect">
            <a:avLst/>
          </a:prstGeom>
        </p:spPr>
        <p:txBody>
          <a:bodyPr anchor="ctr">
            <a:scene3d>
              <a:camera prst="legacyObliqueTopLeft">
                <a:rot lat="0" lon="0" rev="0"/>
              </a:camera>
              <a:lightRig rig="legacyFlat1" dir="tl"/>
            </a:scene3d>
          </a:bodyPr>
          <a:lstStyle/>
          <a:p>
            <a:pPr algn="just">
              <a:lnSpc>
                <a:spcPct val="113000"/>
              </a:lnSpc>
            </a:pPr>
            <a:r>
              <a:rPr sz="935" kern="10000" spc="200">
                <a:solidFill>
                  <a:srgbClr val="000000">
                    <a:alpha val="70000"/>
                  </a:srgbClr>
                </a:solidFill>
                <a:latin typeface="Noto Sans S Chinese Regular" panose="020B0500000000000000" pitchFamily="1" charset="-122"/>
                <a:ea typeface="Noto Sans S Chinese Regular" panose="020B0500000000000000" pitchFamily="1" charset="-122"/>
              </a:rPr>
              <a:t>南开大学（Nankai University，简称南开），位于天津市，是中华人民共和国教育部直属的综合性全国重点大学，是国家“双一流”“211工程”“985工程”建设高校，入选国家“珠峰计划”“强基计划”“2011计划”“111计划”、卓越法律人才教育培养计划、国家建设高水平大学公派研究生项目、国家基础学科人才培养和科学研究基地、全国深化创新创业教育改革示范高校、中国政府奖学金来华留学生接收院校，为国际公立大学论坛成员。</a:t>
            </a:r>
          </a:p>
        </p:txBody>
      </p:sp>
      <p:sp>
        <p:nvSpPr>
          <p:cNvPr id="10" name="文本框 9"/>
          <p:cNvSpPr txBox="1"/>
          <p:nvPr/>
        </p:nvSpPr>
        <p:spPr>
          <a:xfrm>
            <a:off x="583882" y="1316545"/>
            <a:ext cx="1861369" cy="285750"/>
          </a:xfrm>
          <a:prstGeom prst="rect">
            <a:avLst/>
          </a:prstGeom>
        </p:spPr>
        <p:txBody>
          <a:bodyPr anchor="ctr">
            <a:scene3d>
              <a:camera prst="legacyObliqueTopLeft">
                <a:rot lat="0" lon="0" rev="0"/>
              </a:camera>
              <a:lightRig rig="legacyFlat1" dir="tl"/>
            </a:scene3d>
          </a:bodyPr>
          <a:lstStyle/>
          <a:p>
            <a:pPr algn="just">
              <a:lnSpc>
                <a:spcPct val="113000"/>
              </a:lnSpc>
            </a:pPr>
            <a:r>
              <a:rPr sz="1665" kern="100" spc="0">
                <a:solidFill>
                  <a:srgbClr val="7E0C6E">
                    <a:alpha val="100000"/>
                  </a:srgbClr>
                </a:solidFill>
                <a:latin typeface="Alibaba PuHuiTi Medium" panose="02010800040101010101" pitchFamily="1" charset="-122"/>
                <a:ea typeface="Alibaba PuHuiTi Medium" panose="02010800040101010101" pitchFamily="1" charset="-122"/>
              </a:rPr>
              <a:t>这里是一个标题</a:t>
            </a:r>
          </a:p>
        </p:txBody>
      </p:sp>
      <p:sp>
        <p:nvSpPr>
          <p:cNvPr id="11" name="文本框 10"/>
          <p:cNvSpPr txBox="1"/>
          <p:nvPr/>
        </p:nvSpPr>
        <p:spPr>
          <a:xfrm>
            <a:off x="357568" y="470868"/>
            <a:ext cx="1425216" cy="342900"/>
          </a:xfrm>
          <a:prstGeom prst="rect">
            <a:avLst/>
          </a:prstGeom>
        </p:spPr>
        <p:txBody>
          <a:bodyPr anchor="ctr">
            <a:scene3d>
              <a:camera prst="legacyObliqueTopLeft">
                <a:rot lat="0" lon="0" rev="0"/>
              </a:camera>
              <a:lightRig rig="legacyFlat1" dir="tl"/>
            </a:scene3d>
          </a:bodyPr>
          <a:lstStyle/>
          <a:p>
            <a:pPr algn="l">
              <a:lnSpc>
                <a:spcPct val="113000"/>
              </a:lnSpc>
            </a:pPr>
            <a:r>
              <a:rPr sz="2000" kern="10000" spc="200">
                <a:solidFill>
                  <a:srgbClr val="666666">
                    <a:alpha val="100000"/>
                  </a:srgbClr>
                </a:solidFill>
                <a:latin typeface="Alibaba PuHuiTi Bold" panose="02010800040101010101" pitchFamily="1" charset="-122"/>
                <a:ea typeface="Alibaba PuHuiTi Bold" panose="02010800040101010101" pitchFamily="1" charset="-122"/>
              </a:rPr>
              <a:t>研究背景</a:t>
            </a:r>
          </a:p>
        </p:txBody>
      </p:sp>
      <p:sp>
        <p:nvSpPr>
          <p:cNvPr id="12" name="文本框 11"/>
          <p:cNvSpPr txBox="1"/>
          <p:nvPr/>
        </p:nvSpPr>
        <p:spPr>
          <a:xfrm>
            <a:off x="1716024" y="528018"/>
            <a:ext cx="3352929"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background</a:t>
            </a:r>
          </a:p>
        </p:txBody>
      </p:sp>
      <p:pic>
        <p:nvPicPr>
          <p:cNvPr id="6" name="图片 5"/>
          <p:cNvPicPr>
            <a:picLocks noChangeAspect="1"/>
          </p:cNvPicPr>
          <p:nvPr/>
        </p:nvPicPr>
        <p:blipFill>
          <a:blip r:embed="rId7"/>
          <a:stretch>
            <a:fillRect/>
          </a:stretch>
        </p:blipFill>
        <p:spPr>
          <a:xfrm rot="5400000">
            <a:off x="1491519" y="630221"/>
            <a:ext cx="266277" cy="24210"/>
          </a:xfrm>
          <a:prstGeom prst="rect">
            <a:avLst/>
          </a:prstGeom>
        </p:spPr>
      </p:pic>
      <p:sp>
        <p:nvSpPr>
          <p:cNvPr id="13" name="文本框 12"/>
          <p:cNvSpPr txBox="1"/>
          <p:nvPr/>
        </p:nvSpPr>
        <p:spPr>
          <a:xfrm rot="5400000">
            <a:off x="7214639" y="4133932"/>
            <a:ext cx="3352929"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background 01</a:t>
            </a:r>
          </a:p>
        </p:txBody>
      </p:sp>
      <p:pic>
        <p:nvPicPr>
          <p:cNvPr id="7" name="图片 6"/>
          <p:cNvPicPr>
            <a:picLocks noChangeAspect="1"/>
          </p:cNvPicPr>
          <p:nvPr/>
        </p:nvPicPr>
        <p:blipFill>
          <a:blip r:embed="rId8"/>
          <a:stretch>
            <a:fillRect/>
          </a:stretch>
        </p:blipFill>
        <p:spPr>
          <a:xfrm>
            <a:off x="5972386" y="2939589"/>
            <a:ext cx="2646220" cy="1645649"/>
          </a:xfrm>
          <a:prstGeom prst="rect">
            <a:avLst/>
          </a:prstGeom>
        </p:spPr>
      </p:pic>
      <p:sp>
        <p:nvSpPr>
          <p:cNvPr id="14" name="文本框 13"/>
          <p:cNvSpPr txBox="1"/>
          <p:nvPr/>
        </p:nvSpPr>
        <p:spPr>
          <a:xfrm>
            <a:off x="573738" y="3128105"/>
            <a:ext cx="4495223" cy="1120140"/>
          </a:xfrm>
          <a:prstGeom prst="rect">
            <a:avLst/>
          </a:prstGeom>
        </p:spPr>
        <p:txBody>
          <a:bodyPr anchor="ctr">
            <a:scene3d>
              <a:camera prst="legacyObliqueTopLeft">
                <a:rot lat="0" lon="0" rev="0"/>
              </a:camera>
              <a:lightRig rig="legacyFlat1" dir="tl"/>
            </a:scene3d>
          </a:bodyPr>
          <a:lstStyle/>
          <a:p>
            <a:pPr algn="just">
              <a:lnSpc>
                <a:spcPct val="113000"/>
              </a:lnSpc>
            </a:pPr>
            <a:r>
              <a:rPr sz="935" kern="10000" spc="200">
                <a:solidFill>
                  <a:srgbClr val="000000">
                    <a:alpha val="70000"/>
                  </a:srgbClr>
                </a:solidFill>
                <a:latin typeface="Noto Sans S Chinese Regular" panose="020B0500000000000000" pitchFamily="1" charset="-122"/>
                <a:ea typeface="Noto Sans S Chinese Regular" panose="020B0500000000000000" pitchFamily="1" charset="-122"/>
              </a:rPr>
              <a:t>南开大学（Nankai University，简称南开），位于天津市，是中华人民共和国教育部直属的综合性全国重点大学，是国家“双一流”“211工程”“985工程”建设高校，入选国家“珠峰计划”“强基计划”“2011计划”“111计划”、卓越法律人才教育培养计划、国家建设高水平大学公派研究生项目、国家基础学科人才培养和科学研究基地、全国深化创新创业教育改革示范高校、中国政府奖学金来华留学生接收院校，为国际公立大学论坛成员。</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0" y="0"/>
            <a:ext cx="9144000" cy="5143500"/>
          </a:xfrm>
          <a:prstGeom prst="rect">
            <a:avLst/>
          </a:prstGeom>
        </p:spPr>
      </p:pic>
      <p:sp>
        <p:nvSpPr>
          <p:cNvPr id="9" name="文本框 8"/>
          <p:cNvSpPr txBox="1"/>
          <p:nvPr/>
        </p:nvSpPr>
        <p:spPr>
          <a:xfrm>
            <a:off x="144160" y="535019"/>
            <a:ext cx="1883285" cy="342900"/>
          </a:xfrm>
          <a:prstGeom prst="rect">
            <a:avLst/>
          </a:prstGeom>
        </p:spPr>
        <p:txBody>
          <a:bodyPr anchor="ctr">
            <a:scene3d>
              <a:camera prst="legacyObliqueTopLeft">
                <a:rot lat="0" lon="0" rev="0"/>
              </a:camera>
              <a:lightRig rig="legacyFlat1" dir="tl"/>
            </a:scene3d>
          </a:bodyPr>
          <a:lstStyle/>
          <a:p>
            <a:pPr algn="l">
              <a:lnSpc>
                <a:spcPct val="113000"/>
              </a:lnSpc>
            </a:pPr>
            <a:r>
              <a:rPr sz="2000" kern="10000" spc="200">
                <a:solidFill>
                  <a:srgbClr val="666666">
                    <a:alpha val="100000"/>
                  </a:srgbClr>
                </a:solidFill>
                <a:latin typeface="Alibaba PuHuiTi Bold" panose="02010800040101010101" pitchFamily="1" charset="-122"/>
                <a:ea typeface="Alibaba PuHuiTi Bold" panose="02010800040101010101" pitchFamily="1" charset="-122"/>
              </a:rPr>
              <a:t>研究背景</a:t>
            </a:r>
          </a:p>
        </p:txBody>
      </p:sp>
      <p:sp>
        <p:nvSpPr>
          <p:cNvPr id="10" name="文本框 9"/>
          <p:cNvSpPr txBox="1"/>
          <p:nvPr/>
        </p:nvSpPr>
        <p:spPr>
          <a:xfrm>
            <a:off x="1554337" y="592169"/>
            <a:ext cx="3352929"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F">
                    <a:alpha val="100000"/>
                  </a:srgbClr>
                </a:solidFill>
                <a:latin typeface="Alibaba PuHuiTi Bold" panose="02010800040101010101" pitchFamily="1" charset="-122"/>
                <a:ea typeface="Alibaba PuHuiTi Bold" panose="02010800040101010101" pitchFamily="1" charset="-122"/>
              </a:rPr>
              <a:t>Research background</a:t>
            </a:r>
          </a:p>
        </p:txBody>
      </p:sp>
      <p:pic>
        <p:nvPicPr>
          <p:cNvPr id="2" name="图片 1"/>
          <p:cNvPicPr>
            <a:picLocks noChangeAspect="1"/>
          </p:cNvPicPr>
          <p:nvPr/>
        </p:nvPicPr>
        <p:blipFill>
          <a:blip r:embed="rId3"/>
          <a:stretch>
            <a:fillRect/>
          </a:stretch>
        </p:blipFill>
        <p:spPr>
          <a:xfrm rot="5400000">
            <a:off x="1329785" y="694372"/>
            <a:ext cx="266277" cy="24210"/>
          </a:xfrm>
          <a:prstGeom prst="rect">
            <a:avLst/>
          </a:prstGeom>
        </p:spPr>
      </p:pic>
      <p:sp>
        <p:nvSpPr>
          <p:cNvPr id="11" name="文本框 10"/>
          <p:cNvSpPr txBox="1"/>
          <p:nvPr/>
        </p:nvSpPr>
        <p:spPr>
          <a:xfrm>
            <a:off x="3928872" y="1833514"/>
            <a:ext cx="2101201" cy="699233"/>
          </a:xfrm>
          <a:prstGeom prst="rect">
            <a:avLst/>
          </a:prstGeom>
        </p:spPr>
        <p:txBody>
          <a:bodyPr anchor="ctr">
            <a:scene3d>
              <a:camera prst="legacyObliqueTopLeft">
                <a:rot lat="0" lon="0" rev="0"/>
              </a:camera>
              <a:lightRig rig="legacyFlat1" dir="tl"/>
            </a:scene3d>
          </a:bodyPr>
          <a:lstStyle/>
          <a:p>
            <a:pPr algn="ctr">
              <a:lnSpc>
                <a:spcPct val="150000"/>
              </a:lnSpc>
            </a:pPr>
            <a:r>
              <a:rPr sz="960" kern="300" spc="6">
                <a:solidFill>
                  <a:srgbClr val="3D3D3D">
                    <a:alpha val="100000"/>
                  </a:srgbClr>
                </a:solidFill>
                <a:latin typeface="Noto Sans S Chinese Regular" panose="020B0500000000000000" pitchFamily="1" charset="-122"/>
                <a:ea typeface="Noto Sans S Chinese Regular" panose="020B0500000000000000" pitchFamily="1" charset="-122"/>
              </a:rPr>
              <a:t>请在此处添加具体内容，文字尽量言简意赅简单说明即可。请在此处添加具体内容。</a:t>
            </a:r>
          </a:p>
        </p:txBody>
      </p:sp>
      <p:pic>
        <p:nvPicPr>
          <p:cNvPr id="3" name="图片 2"/>
          <p:cNvPicPr>
            <a:picLocks noChangeAspect="1"/>
          </p:cNvPicPr>
          <p:nvPr/>
        </p:nvPicPr>
        <p:blipFill>
          <a:blip r:embed="rId4"/>
          <a:stretch>
            <a:fillRect/>
          </a:stretch>
        </p:blipFill>
        <p:spPr>
          <a:xfrm>
            <a:off x="161163" y="1377029"/>
            <a:ext cx="3732590" cy="2633937"/>
          </a:xfrm>
          <a:prstGeom prst="rect">
            <a:avLst/>
          </a:prstGeom>
        </p:spPr>
      </p:pic>
      <p:pic>
        <p:nvPicPr>
          <p:cNvPr id="4" name="图片 3"/>
          <p:cNvPicPr>
            <a:picLocks noChangeAspect="1"/>
          </p:cNvPicPr>
          <p:nvPr/>
        </p:nvPicPr>
        <p:blipFill>
          <a:blip r:embed="rId5"/>
          <a:stretch>
            <a:fillRect/>
          </a:stretch>
        </p:blipFill>
        <p:spPr>
          <a:xfrm>
            <a:off x="4948189" y="1442323"/>
            <a:ext cx="272749" cy="272749"/>
          </a:xfrm>
          <a:prstGeom prst="rect">
            <a:avLst/>
          </a:prstGeom>
        </p:spPr>
      </p:pic>
      <p:pic>
        <p:nvPicPr>
          <p:cNvPr id="5" name="图片 4"/>
          <p:cNvPicPr>
            <a:picLocks noChangeAspect="1"/>
          </p:cNvPicPr>
          <p:nvPr/>
        </p:nvPicPr>
        <p:blipFill>
          <a:blip r:embed="rId6"/>
          <a:stretch>
            <a:fillRect/>
          </a:stretch>
        </p:blipFill>
        <p:spPr>
          <a:xfrm>
            <a:off x="7393781" y="1442323"/>
            <a:ext cx="272749" cy="272749"/>
          </a:xfrm>
          <a:prstGeom prst="rect">
            <a:avLst/>
          </a:prstGeom>
        </p:spPr>
      </p:pic>
      <p:pic>
        <p:nvPicPr>
          <p:cNvPr id="6" name="图片 5"/>
          <p:cNvPicPr>
            <a:picLocks noChangeAspect="1"/>
          </p:cNvPicPr>
          <p:nvPr/>
        </p:nvPicPr>
        <p:blipFill>
          <a:blip r:embed="rId7"/>
          <a:stretch>
            <a:fillRect/>
          </a:stretch>
        </p:blipFill>
        <p:spPr>
          <a:xfrm>
            <a:off x="7393781" y="2886503"/>
            <a:ext cx="272749" cy="272749"/>
          </a:xfrm>
          <a:prstGeom prst="rect">
            <a:avLst/>
          </a:prstGeom>
        </p:spPr>
      </p:pic>
      <p:pic>
        <p:nvPicPr>
          <p:cNvPr id="7" name="图片 6"/>
          <p:cNvPicPr>
            <a:picLocks noChangeAspect="1"/>
          </p:cNvPicPr>
          <p:nvPr/>
        </p:nvPicPr>
        <p:blipFill>
          <a:blip r:embed="rId8"/>
          <a:stretch>
            <a:fillRect/>
          </a:stretch>
        </p:blipFill>
        <p:spPr>
          <a:xfrm>
            <a:off x="4948189" y="2886503"/>
            <a:ext cx="272749" cy="272749"/>
          </a:xfrm>
          <a:prstGeom prst="rect">
            <a:avLst/>
          </a:prstGeom>
        </p:spPr>
      </p:pic>
      <p:sp>
        <p:nvSpPr>
          <p:cNvPr id="12" name="文本框 11"/>
          <p:cNvSpPr txBox="1"/>
          <p:nvPr/>
        </p:nvSpPr>
        <p:spPr>
          <a:xfrm>
            <a:off x="6374464" y="1833514"/>
            <a:ext cx="2101201" cy="699233"/>
          </a:xfrm>
          <a:prstGeom prst="rect">
            <a:avLst/>
          </a:prstGeom>
        </p:spPr>
        <p:txBody>
          <a:bodyPr anchor="ctr">
            <a:scene3d>
              <a:camera prst="legacyObliqueTopLeft">
                <a:rot lat="0" lon="0" rev="0"/>
              </a:camera>
              <a:lightRig rig="legacyFlat1" dir="tl"/>
            </a:scene3d>
          </a:bodyPr>
          <a:lstStyle/>
          <a:p>
            <a:pPr algn="ctr">
              <a:lnSpc>
                <a:spcPct val="150000"/>
              </a:lnSpc>
            </a:pPr>
            <a:r>
              <a:rPr sz="960" kern="300" spc="6">
                <a:solidFill>
                  <a:srgbClr val="3D3D3D">
                    <a:alpha val="100000"/>
                  </a:srgbClr>
                </a:solidFill>
                <a:latin typeface="Noto Sans S Chinese Regular" panose="020B0500000000000000" pitchFamily="1" charset="-122"/>
                <a:ea typeface="Noto Sans S Chinese Regular" panose="020B0500000000000000" pitchFamily="1" charset="-122"/>
              </a:rPr>
              <a:t>请在此处添加具体内容，文字尽量言简意赅简单说明即可。请在此处添加具体内容。</a:t>
            </a:r>
          </a:p>
        </p:txBody>
      </p:sp>
      <p:sp>
        <p:nvSpPr>
          <p:cNvPr id="13" name="文本框 12"/>
          <p:cNvSpPr txBox="1"/>
          <p:nvPr/>
        </p:nvSpPr>
        <p:spPr>
          <a:xfrm>
            <a:off x="3928872" y="3277743"/>
            <a:ext cx="2101201" cy="699233"/>
          </a:xfrm>
          <a:prstGeom prst="rect">
            <a:avLst/>
          </a:prstGeom>
        </p:spPr>
        <p:txBody>
          <a:bodyPr anchor="ctr">
            <a:scene3d>
              <a:camera prst="legacyObliqueTopLeft">
                <a:rot lat="0" lon="0" rev="0"/>
              </a:camera>
              <a:lightRig rig="legacyFlat1" dir="tl"/>
            </a:scene3d>
          </a:bodyPr>
          <a:lstStyle/>
          <a:p>
            <a:pPr algn="ctr">
              <a:lnSpc>
                <a:spcPct val="150000"/>
              </a:lnSpc>
            </a:pPr>
            <a:r>
              <a:rPr sz="960" kern="300" spc="6">
                <a:solidFill>
                  <a:srgbClr val="3D3D3D">
                    <a:alpha val="100000"/>
                  </a:srgbClr>
                </a:solidFill>
                <a:latin typeface="Noto Sans S Chinese Regular" panose="020B0500000000000000" pitchFamily="1" charset="-122"/>
                <a:ea typeface="Noto Sans S Chinese Regular" panose="020B0500000000000000" pitchFamily="1" charset="-122"/>
              </a:rPr>
              <a:t>请在此处添加具体内容，文字尽量言简意赅简单说明即可。请在此处添加具体内容。</a:t>
            </a:r>
          </a:p>
        </p:txBody>
      </p:sp>
      <p:sp>
        <p:nvSpPr>
          <p:cNvPr id="14" name="文本框 13"/>
          <p:cNvSpPr txBox="1"/>
          <p:nvPr/>
        </p:nvSpPr>
        <p:spPr>
          <a:xfrm>
            <a:off x="6374464" y="3268589"/>
            <a:ext cx="2101201" cy="699233"/>
          </a:xfrm>
          <a:prstGeom prst="rect">
            <a:avLst/>
          </a:prstGeom>
        </p:spPr>
        <p:txBody>
          <a:bodyPr anchor="ctr">
            <a:scene3d>
              <a:camera prst="legacyObliqueTopLeft">
                <a:rot lat="0" lon="0" rev="0"/>
              </a:camera>
              <a:lightRig rig="legacyFlat1" dir="tl"/>
            </a:scene3d>
          </a:bodyPr>
          <a:lstStyle/>
          <a:p>
            <a:pPr algn="ctr">
              <a:lnSpc>
                <a:spcPct val="150000"/>
              </a:lnSpc>
            </a:pPr>
            <a:r>
              <a:rPr sz="960" kern="300" spc="6" dirty="0" err="1">
                <a:solidFill>
                  <a:srgbClr val="3D3D3D">
                    <a:alpha val="100000"/>
                  </a:srgbClr>
                </a:solidFill>
                <a:latin typeface="Noto Sans S Chinese Regular" panose="020B0500000000000000" pitchFamily="1" charset="-122"/>
                <a:ea typeface="Noto Sans S Chinese Regular" panose="020B0500000000000000" pitchFamily="1" charset="-122"/>
              </a:rPr>
              <a:t>请在此处添加具体内容，文字尽量言简意赅简单说明即可。请在此处添加具体内容</a:t>
            </a:r>
            <a:r>
              <a:rPr sz="960" kern="300" spc="6" dirty="0">
                <a:solidFill>
                  <a:srgbClr val="3D3D3D">
                    <a:alpha val="100000"/>
                  </a:srgbClr>
                </a:solidFill>
                <a:latin typeface="Noto Sans S Chinese Regular" panose="020B0500000000000000" pitchFamily="1" charset="-122"/>
                <a:ea typeface="Noto Sans S Chinese Regular" panose="020B0500000000000000" pitchFamily="1" charset="-122"/>
              </a:rPr>
              <a:t>。</a:t>
            </a:r>
          </a:p>
        </p:txBody>
      </p:sp>
      <p:sp>
        <p:nvSpPr>
          <p:cNvPr id="15" name="文本框 14"/>
          <p:cNvSpPr txBox="1"/>
          <p:nvPr/>
        </p:nvSpPr>
        <p:spPr>
          <a:xfrm>
            <a:off x="341518" y="1665922"/>
            <a:ext cx="3023514" cy="335181"/>
          </a:xfrm>
          <a:prstGeom prst="rect">
            <a:avLst/>
          </a:prstGeom>
        </p:spPr>
        <p:txBody>
          <a:bodyPr anchor="ctr">
            <a:scene3d>
              <a:camera prst="legacyObliqueTopLeft">
                <a:rot lat="0" lon="0" rev="0"/>
              </a:camera>
              <a:lightRig rig="legacyFlat1" dir="tl"/>
            </a:scene3d>
          </a:bodyPr>
          <a:lstStyle/>
          <a:p>
            <a:pPr algn="l">
              <a:lnSpc>
                <a:spcPct val="133000"/>
              </a:lnSpc>
            </a:pPr>
            <a:r>
              <a:rPr sz="1590" kern="500" spc="10">
                <a:solidFill>
                  <a:srgbClr val="7E0C6E">
                    <a:alpha val="100000"/>
                  </a:srgbClr>
                </a:solidFill>
                <a:latin typeface="Alibaba PuHuiTi Medium" panose="02010800040101010101" pitchFamily="1" charset="-122"/>
                <a:ea typeface="Alibaba PuHuiTi Medium" panose="02010800040101010101" pitchFamily="1" charset="-122"/>
              </a:rPr>
              <a:t>这是一个简单的标题</a:t>
            </a:r>
          </a:p>
        </p:txBody>
      </p:sp>
      <p:sp>
        <p:nvSpPr>
          <p:cNvPr id="16" name="文本框 15"/>
          <p:cNvSpPr txBox="1"/>
          <p:nvPr/>
        </p:nvSpPr>
        <p:spPr>
          <a:xfrm>
            <a:off x="341518" y="2183130"/>
            <a:ext cx="3371888" cy="1625164"/>
          </a:xfrm>
          <a:prstGeom prst="rect">
            <a:avLst/>
          </a:prstGeom>
        </p:spPr>
        <p:txBody>
          <a:bodyPr anchor="ctr">
            <a:scene3d>
              <a:camera prst="legacyObliqueTopLeft">
                <a:rot lat="0" lon="0" rev="0"/>
              </a:camera>
              <a:lightRig rig="legacyFlat1" dir="tl"/>
            </a:scene3d>
          </a:bodyPr>
          <a:lstStyle/>
          <a:p>
            <a:pPr algn="l">
              <a:lnSpc>
                <a:spcPct val="150000"/>
              </a:lnSpc>
            </a:pPr>
            <a:r>
              <a:rPr sz="955" kern="300" spc="6">
                <a:solidFill>
                  <a:srgbClr val="3D3D3D">
                    <a:alpha val="100000"/>
                  </a:srgbClr>
                </a:solidFill>
                <a:latin typeface="Noto Sans S Chinese Regular" panose="020B0500000000000000" pitchFamily="1" charset="-122"/>
                <a:ea typeface="Noto Sans S Chinese Regular" panose="020B0500000000000000" pitchFamily="1" charset="-122"/>
              </a:rPr>
              <a:t>请在此处添加具体内容，请在此处添加具体内容，请在此处添加具体内容，请在此处添加具体内容，请在此处添加具体内容，请在此处添加具体内容，请在此处添加具体内容，请在此处添加具体内容，请在此处添加具体内容，请在此处添加具体内容，请在此处添加具体内容请在此处添加具体内容请在此处添加具体内容请在此处添加具体内容请在此处添加具体内容请在此处添加具体</a:t>
            </a:r>
          </a:p>
        </p:txBody>
      </p:sp>
      <p:sp>
        <p:nvSpPr>
          <p:cNvPr id="17" name="文本框 16"/>
          <p:cNvSpPr txBox="1"/>
          <p:nvPr/>
        </p:nvSpPr>
        <p:spPr>
          <a:xfrm rot="5400000">
            <a:off x="7214616" y="4133945"/>
            <a:ext cx="3352929"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background 02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0" y="0"/>
            <a:ext cx="9144000" cy="5143500"/>
          </a:xfrm>
          <a:prstGeom prst="rect">
            <a:avLst/>
          </a:prstGeom>
        </p:spPr>
      </p:pic>
      <p:pic>
        <p:nvPicPr>
          <p:cNvPr id="2" name="图片 1"/>
          <p:cNvPicPr>
            <a:picLocks noChangeAspect="1"/>
          </p:cNvPicPr>
          <p:nvPr/>
        </p:nvPicPr>
        <p:blipFill>
          <a:blip r:embed="rId3"/>
          <a:stretch>
            <a:fillRect/>
          </a:stretch>
        </p:blipFill>
        <p:spPr>
          <a:xfrm>
            <a:off x="168021" y="1590246"/>
            <a:ext cx="2590947" cy="2603788"/>
          </a:xfrm>
          <a:prstGeom prst="rect">
            <a:avLst/>
          </a:prstGeom>
        </p:spPr>
      </p:pic>
      <p:sp>
        <p:nvSpPr>
          <p:cNvPr id="10" name="文本框 9"/>
          <p:cNvSpPr txBox="1"/>
          <p:nvPr/>
        </p:nvSpPr>
        <p:spPr>
          <a:xfrm>
            <a:off x="331755" y="2038016"/>
            <a:ext cx="1004159" cy="285750"/>
          </a:xfrm>
          <a:prstGeom prst="rect">
            <a:avLst/>
          </a:prstGeom>
        </p:spPr>
        <p:txBody>
          <a:bodyPr anchor="ctr">
            <a:scene3d>
              <a:camera prst="legacyObliqueTopLeft">
                <a:rot lat="0" lon="0" rev="0"/>
              </a:camera>
              <a:lightRig rig="legacyFlat1" dir="tl"/>
            </a:scene3d>
          </a:bodyPr>
          <a:lstStyle/>
          <a:p>
            <a:pPr algn="just">
              <a:lnSpc>
                <a:spcPct val="113000"/>
              </a:lnSpc>
            </a:pPr>
            <a:r>
              <a:rPr sz="1665" kern="100" spc="0">
                <a:solidFill>
                  <a:srgbClr val="7E0C6E">
                    <a:alpha val="100000"/>
                  </a:srgbClr>
                </a:solidFill>
                <a:latin typeface="Alibaba PuHuiTi Medium" panose="02010800040101010101" pitchFamily="1" charset="-122"/>
                <a:ea typeface="Alibaba PuHuiTi Medium" panose="02010800040101010101" pitchFamily="1" charset="-122"/>
              </a:rPr>
              <a:t>小标题1</a:t>
            </a:r>
          </a:p>
        </p:txBody>
      </p:sp>
      <p:sp>
        <p:nvSpPr>
          <p:cNvPr id="11" name="文本框 10"/>
          <p:cNvSpPr txBox="1"/>
          <p:nvPr/>
        </p:nvSpPr>
        <p:spPr>
          <a:xfrm>
            <a:off x="337375" y="2500931"/>
            <a:ext cx="2302352" cy="960120"/>
          </a:xfrm>
          <a:prstGeom prst="rect">
            <a:avLst/>
          </a:prstGeom>
        </p:spPr>
        <p:txBody>
          <a:bodyPr anchor="ctr">
            <a:scene3d>
              <a:camera prst="legacyObliqueTopLeft">
                <a:rot lat="0" lon="0" rev="0"/>
              </a:camera>
              <a:lightRig rig="legacyFlat1" dir="tl"/>
            </a:scene3d>
          </a:bodyPr>
          <a:lstStyle/>
          <a:p>
            <a:pPr algn="l">
              <a:lnSpc>
                <a:spcPct val="113000"/>
              </a:lnSpc>
            </a:pPr>
            <a:r>
              <a:rPr sz="935" kern="100" spc="0">
                <a:solidFill>
                  <a:srgbClr val="000000">
                    <a:alpha val="70000"/>
                  </a:srgbClr>
                </a:solidFill>
                <a:latin typeface="Noto Sans S Chinese Regular" panose="020B0500000000000000" pitchFamily="1" charset="-122"/>
                <a:ea typeface="Noto Sans S Chinese Regular" panose="020B0500000000000000" pitchFamily="1" charset="-122"/>
              </a:rPr>
              <a:t>在此处添加具体内容，请在此处添加具体内容，请在此处添加具体内容，请在此处添加具体内容，请在此处添加具体内容，请在此处添加具体内容，请在此处添加具体内容，请在此处添加具体内容</a:t>
            </a:r>
          </a:p>
        </p:txBody>
      </p:sp>
      <p:pic>
        <p:nvPicPr>
          <p:cNvPr id="3" name="图片 2"/>
          <p:cNvPicPr>
            <a:picLocks noChangeAspect="1"/>
          </p:cNvPicPr>
          <p:nvPr/>
        </p:nvPicPr>
        <p:blipFill>
          <a:blip r:embed="rId4"/>
          <a:stretch>
            <a:fillRect/>
          </a:stretch>
        </p:blipFill>
        <p:spPr>
          <a:xfrm>
            <a:off x="2985801" y="1644443"/>
            <a:ext cx="2590947" cy="2603788"/>
          </a:xfrm>
          <a:prstGeom prst="rect">
            <a:avLst/>
          </a:prstGeom>
        </p:spPr>
      </p:pic>
      <p:sp>
        <p:nvSpPr>
          <p:cNvPr id="12" name="文本框 11"/>
          <p:cNvSpPr txBox="1"/>
          <p:nvPr/>
        </p:nvSpPr>
        <p:spPr>
          <a:xfrm>
            <a:off x="3158585" y="2038016"/>
            <a:ext cx="1024177" cy="285750"/>
          </a:xfrm>
          <a:prstGeom prst="rect">
            <a:avLst/>
          </a:prstGeom>
        </p:spPr>
        <p:txBody>
          <a:bodyPr anchor="ctr">
            <a:scene3d>
              <a:camera prst="legacyObliqueTopLeft">
                <a:rot lat="0" lon="0" rev="0"/>
              </a:camera>
              <a:lightRig rig="legacyFlat1" dir="tl"/>
            </a:scene3d>
          </a:bodyPr>
          <a:lstStyle/>
          <a:p>
            <a:pPr algn="just">
              <a:lnSpc>
                <a:spcPct val="113000"/>
              </a:lnSpc>
            </a:pPr>
            <a:r>
              <a:rPr sz="1665" kern="100" spc="0" dirty="0">
                <a:solidFill>
                  <a:srgbClr val="7E0C6E">
                    <a:alpha val="100000"/>
                  </a:srgbClr>
                </a:solidFill>
                <a:latin typeface="Alibaba PuHuiTi Medium" panose="02010800040101010101" pitchFamily="1" charset="-122"/>
                <a:ea typeface="Alibaba PuHuiTi Medium" panose="02010800040101010101" pitchFamily="1" charset="-122"/>
              </a:rPr>
              <a:t>小标题2</a:t>
            </a:r>
          </a:p>
        </p:txBody>
      </p:sp>
      <p:sp>
        <p:nvSpPr>
          <p:cNvPr id="13" name="文本框 12"/>
          <p:cNvSpPr txBox="1"/>
          <p:nvPr/>
        </p:nvSpPr>
        <p:spPr>
          <a:xfrm>
            <a:off x="3151965" y="2500931"/>
            <a:ext cx="2302352" cy="960120"/>
          </a:xfrm>
          <a:prstGeom prst="rect">
            <a:avLst/>
          </a:prstGeom>
        </p:spPr>
        <p:txBody>
          <a:bodyPr anchor="ctr">
            <a:scene3d>
              <a:camera prst="legacyObliqueTopLeft">
                <a:rot lat="0" lon="0" rev="0"/>
              </a:camera>
              <a:lightRig rig="legacyFlat1" dir="tl"/>
            </a:scene3d>
          </a:bodyPr>
          <a:lstStyle/>
          <a:p>
            <a:pPr algn="l">
              <a:lnSpc>
                <a:spcPct val="113000"/>
              </a:lnSpc>
            </a:pPr>
            <a:r>
              <a:rPr sz="935" kern="100" spc="0">
                <a:solidFill>
                  <a:srgbClr val="000000">
                    <a:alpha val="70000"/>
                  </a:srgbClr>
                </a:solidFill>
                <a:latin typeface="Noto Sans S Chinese Regular" panose="020B0500000000000000" pitchFamily="1" charset="-122"/>
                <a:ea typeface="Noto Sans S Chinese Regular" panose="020B0500000000000000" pitchFamily="1" charset="-122"/>
              </a:rPr>
              <a:t>在此处添加具体内容，请在此处添加具体内容，请在此处添加具体内容，请在此处添加具体内容，请在此处添加具体内容，请在此处添加具体内容，请在此处添加具体内容，请在此处添加具体内容</a:t>
            </a:r>
          </a:p>
        </p:txBody>
      </p:sp>
      <p:pic>
        <p:nvPicPr>
          <p:cNvPr id="4" name="图片 3"/>
          <p:cNvPicPr>
            <a:picLocks noChangeAspect="1"/>
          </p:cNvPicPr>
          <p:nvPr/>
        </p:nvPicPr>
        <p:blipFill>
          <a:blip r:embed="rId4"/>
          <a:stretch>
            <a:fillRect/>
          </a:stretch>
        </p:blipFill>
        <p:spPr>
          <a:xfrm>
            <a:off x="6042088" y="1590246"/>
            <a:ext cx="2590947" cy="2603788"/>
          </a:xfrm>
          <a:prstGeom prst="rect">
            <a:avLst/>
          </a:prstGeom>
        </p:spPr>
      </p:pic>
      <p:sp>
        <p:nvSpPr>
          <p:cNvPr id="14" name="文本框 13"/>
          <p:cNvSpPr txBox="1"/>
          <p:nvPr/>
        </p:nvSpPr>
        <p:spPr>
          <a:xfrm>
            <a:off x="6205823" y="2062495"/>
            <a:ext cx="1004159" cy="285750"/>
          </a:xfrm>
          <a:prstGeom prst="rect">
            <a:avLst/>
          </a:prstGeom>
        </p:spPr>
        <p:txBody>
          <a:bodyPr anchor="ctr">
            <a:scene3d>
              <a:camera prst="legacyObliqueTopLeft">
                <a:rot lat="0" lon="0" rev="0"/>
              </a:camera>
              <a:lightRig rig="legacyFlat1" dir="tl"/>
            </a:scene3d>
          </a:bodyPr>
          <a:lstStyle/>
          <a:p>
            <a:pPr algn="just">
              <a:lnSpc>
                <a:spcPct val="113000"/>
              </a:lnSpc>
            </a:pPr>
            <a:r>
              <a:rPr sz="1665" kern="100" spc="0">
                <a:solidFill>
                  <a:srgbClr val="7E0C6E">
                    <a:alpha val="100000"/>
                  </a:srgbClr>
                </a:solidFill>
                <a:latin typeface="Alibaba PuHuiTi Medium" panose="02010800040101010101" pitchFamily="1" charset="-122"/>
                <a:ea typeface="Alibaba PuHuiTi Medium" panose="02010800040101010101" pitchFamily="1" charset="-122"/>
              </a:rPr>
              <a:t>小标题3</a:t>
            </a:r>
          </a:p>
        </p:txBody>
      </p:sp>
      <p:sp>
        <p:nvSpPr>
          <p:cNvPr id="15" name="文本框 14"/>
          <p:cNvSpPr txBox="1"/>
          <p:nvPr/>
        </p:nvSpPr>
        <p:spPr>
          <a:xfrm>
            <a:off x="6211490" y="2500931"/>
            <a:ext cx="2302352" cy="960120"/>
          </a:xfrm>
          <a:prstGeom prst="rect">
            <a:avLst/>
          </a:prstGeom>
        </p:spPr>
        <p:txBody>
          <a:bodyPr anchor="ctr">
            <a:scene3d>
              <a:camera prst="legacyObliqueTopLeft">
                <a:rot lat="0" lon="0" rev="0"/>
              </a:camera>
              <a:lightRig rig="legacyFlat1" dir="tl"/>
            </a:scene3d>
          </a:bodyPr>
          <a:lstStyle/>
          <a:p>
            <a:pPr algn="l">
              <a:lnSpc>
                <a:spcPct val="113000"/>
              </a:lnSpc>
            </a:pPr>
            <a:r>
              <a:rPr sz="935" kern="100" spc="0">
                <a:solidFill>
                  <a:srgbClr val="000000">
                    <a:alpha val="70000"/>
                  </a:srgbClr>
                </a:solidFill>
                <a:latin typeface="Noto Sans S Chinese Regular" panose="020B0500000000000000" pitchFamily="1" charset="-122"/>
                <a:ea typeface="Noto Sans S Chinese Regular" panose="020B0500000000000000" pitchFamily="1" charset="-122"/>
              </a:rPr>
              <a:t>在此处添加具体内容，请在此处添加具体内容，请在此处添加具体内容，请在此处添加具体内容，请在此处添加具体内容，请在此处添加具体内容，请在此处添加具体内容，请在此处添加具体内容</a:t>
            </a:r>
          </a:p>
        </p:txBody>
      </p:sp>
      <p:pic>
        <p:nvPicPr>
          <p:cNvPr id="5" name="图片 4"/>
          <p:cNvPicPr>
            <a:picLocks noChangeAspect="1"/>
          </p:cNvPicPr>
          <p:nvPr/>
        </p:nvPicPr>
        <p:blipFill>
          <a:blip r:embed="rId5"/>
          <a:stretch>
            <a:fillRect/>
          </a:stretch>
        </p:blipFill>
        <p:spPr>
          <a:xfrm>
            <a:off x="2298192" y="1590246"/>
            <a:ext cx="447764" cy="447764"/>
          </a:xfrm>
          <a:prstGeom prst="rect">
            <a:avLst/>
          </a:prstGeom>
        </p:spPr>
      </p:pic>
      <p:pic>
        <p:nvPicPr>
          <p:cNvPr id="6" name="图片 5"/>
          <p:cNvPicPr>
            <a:picLocks noChangeAspect="1"/>
          </p:cNvPicPr>
          <p:nvPr/>
        </p:nvPicPr>
        <p:blipFill>
          <a:blip r:embed="rId6"/>
          <a:stretch>
            <a:fillRect/>
          </a:stretch>
        </p:blipFill>
        <p:spPr>
          <a:xfrm>
            <a:off x="5248227" y="1590246"/>
            <a:ext cx="447764" cy="447764"/>
          </a:xfrm>
          <a:prstGeom prst="rect">
            <a:avLst/>
          </a:prstGeom>
        </p:spPr>
      </p:pic>
      <p:pic>
        <p:nvPicPr>
          <p:cNvPr id="7" name="图片 6"/>
          <p:cNvPicPr>
            <a:picLocks noChangeAspect="1"/>
          </p:cNvPicPr>
          <p:nvPr/>
        </p:nvPicPr>
        <p:blipFill>
          <a:blip r:embed="rId7"/>
          <a:stretch>
            <a:fillRect/>
          </a:stretch>
        </p:blipFill>
        <p:spPr>
          <a:xfrm>
            <a:off x="8185308" y="1590246"/>
            <a:ext cx="447764" cy="447764"/>
          </a:xfrm>
          <a:prstGeom prst="rect">
            <a:avLst/>
          </a:prstGeom>
        </p:spPr>
      </p:pic>
      <p:sp>
        <p:nvSpPr>
          <p:cNvPr id="16" name="文本框 15"/>
          <p:cNvSpPr txBox="1"/>
          <p:nvPr/>
        </p:nvSpPr>
        <p:spPr>
          <a:xfrm>
            <a:off x="144160" y="535019"/>
            <a:ext cx="1883285" cy="342900"/>
          </a:xfrm>
          <a:prstGeom prst="rect">
            <a:avLst/>
          </a:prstGeom>
        </p:spPr>
        <p:txBody>
          <a:bodyPr anchor="ctr">
            <a:scene3d>
              <a:camera prst="legacyObliqueTopLeft">
                <a:rot lat="0" lon="0" rev="0"/>
              </a:camera>
              <a:lightRig rig="legacyFlat1" dir="tl"/>
            </a:scene3d>
          </a:bodyPr>
          <a:lstStyle/>
          <a:p>
            <a:pPr algn="l">
              <a:lnSpc>
                <a:spcPct val="113000"/>
              </a:lnSpc>
            </a:pPr>
            <a:r>
              <a:rPr sz="2000" kern="10000" spc="200">
                <a:solidFill>
                  <a:srgbClr val="666666">
                    <a:alpha val="100000"/>
                  </a:srgbClr>
                </a:solidFill>
                <a:latin typeface="Alibaba PuHuiTi Bold" panose="02010800040101010101" pitchFamily="1" charset="-122"/>
                <a:ea typeface="Alibaba PuHuiTi Bold" panose="02010800040101010101" pitchFamily="1" charset="-122"/>
              </a:rPr>
              <a:t>研究背景</a:t>
            </a:r>
          </a:p>
        </p:txBody>
      </p:sp>
      <p:sp>
        <p:nvSpPr>
          <p:cNvPr id="17" name="文本框 16"/>
          <p:cNvSpPr txBox="1"/>
          <p:nvPr/>
        </p:nvSpPr>
        <p:spPr>
          <a:xfrm>
            <a:off x="1554337" y="592169"/>
            <a:ext cx="3352929"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F">
                    <a:alpha val="100000"/>
                  </a:srgbClr>
                </a:solidFill>
                <a:latin typeface="Alibaba PuHuiTi Bold" panose="02010800040101010101" pitchFamily="1" charset="-122"/>
                <a:ea typeface="Alibaba PuHuiTi Bold" panose="02010800040101010101" pitchFamily="1" charset="-122"/>
              </a:rPr>
              <a:t>Research background</a:t>
            </a:r>
          </a:p>
        </p:txBody>
      </p:sp>
      <p:pic>
        <p:nvPicPr>
          <p:cNvPr id="8" name="图片 7"/>
          <p:cNvPicPr>
            <a:picLocks noChangeAspect="1"/>
          </p:cNvPicPr>
          <p:nvPr/>
        </p:nvPicPr>
        <p:blipFill>
          <a:blip r:embed="rId8"/>
          <a:stretch>
            <a:fillRect/>
          </a:stretch>
        </p:blipFill>
        <p:spPr>
          <a:xfrm rot="5400000">
            <a:off x="1329785" y="694372"/>
            <a:ext cx="266277" cy="24210"/>
          </a:xfrm>
          <a:prstGeom prst="rect">
            <a:avLst/>
          </a:prstGeom>
        </p:spPr>
      </p:pic>
      <p:sp>
        <p:nvSpPr>
          <p:cNvPr id="18" name="文本框 17"/>
          <p:cNvSpPr txBox="1"/>
          <p:nvPr/>
        </p:nvSpPr>
        <p:spPr>
          <a:xfrm rot="5400000">
            <a:off x="7214616" y="4133945"/>
            <a:ext cx="3352929"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background 03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0" y="0"/>
            <a:ext cx="9144000" cy="5143500"/>
          </a:xfrm>
          <a:prstGeom prst="rect">
            <a:avLst/>
          </a:prstGeom>
        </p:spPr>
      </p:pic>
      <p:pic>
        <p:nvPicPr>
          <p:cNvPr id="2" name="图片 1"/>
          <p:cNvPicPr>
            <a:picLocks noChangeAspect="1"/>
          </p:cNvPicPr>
          <p:nvPr/>
        </p:nvPicPr>
        <p:blipFill>
          <a:blip r:embed="rId3"/>
          <a:stretch>
            <a:fillRect/>
          </a:stretch>
        </p:blipFill>
        <p:spPr>
          <a:xfrm>
            <a:off x="4476" y="3523440"/>
            <a:ext cx="9139763" cy="1232562"/>
          </a:xfrm>
          <a:prstGeom prst="rect">
            <a:avLst/>
          </a:prstGeom>
        </p:spPr>
      </p:pic>
      <p:pic>
        <p:nvPicPr>
          <p:cNvPr id="3" name="图片 2"/>
          <p:cNvPicPr>
            <a:picLocks noChangeAspect="1"/>
          </p:cNvPicPr>
          <p:nvPr/>
        </p:nvPicPr>
        <p:blipFill>
          <a:blip r:embed="rId4"/>
          <a:stretch>
            <a:fillRect/>
          </a:stretch>
        </p:blipFill>
        <p:spPr>
          <a:xfrm>
            <a:off x="-43624" y="-290941"/>
            <a:ext cx="9235945" cy="6157296"/>
          </a:xfrm>
          <a:prstGeom prst="rect">
            <a:avLst/>
          </a:prstGeom>
        </p:spPr>
      </p:pic>
      <p:sp>
        <p:nvSpPr>
          <p:cNvPr id="6" name="文本框 5"/>
          <p:cNvSpPr txBox="1"/>
          <p:nvPr/>
        </p:nvSpPr>
        <p:spPr>
          <a:xfrm>
            <a:off x="619410" y="4387786"/>
            <a:ext cx="3796470" cy="274320"/>
          </a:xfrm>
          <a:prstGeom prst="rect">
            <a:avLst/>
          </a:prstGeom>
        </p:spPr>
        <p:txBody>
          <a:bodyPr anchor="ctr">
            <a:scene3d>
              <a:camera prst="legacyObliqueTopLeft">
                <a:rot lat="0" lon="0" rev="0"/>
              </a:camera>
              <a:lightRig rig="legacyFlat1" dir="tl"/>
            </a:scene3d>
          </a:bodyPr>
          <a:lstStyle/>
          <a:p>
            <a:pPr algn="l">
              <a:lnSpc>
                <a:spcPct val="113000"/>
              </a:lnSpc>
            </a:pPr>
            <a:r>
              <a:rPr sz="800" kern="45000" spc="900">
                <a:solidFill>
                  <a:srgbClr val="FFFFFF">
                    <a:alpha val="34000"/>
                  </a:srgbClr>
                </a:solidFill>
                <a:latin typeface="Noto Sans S Chinese Regular" panose="020B0500000000000000" pitchFamily="1" charset="-122"/>
                <a:ea typeface="Noto Sans S Chinese Regular" panose="020B0500000000000000" pitchFamily="1" charset="-122"/>
              </a:rPr>
              <a:t>请在此处添加具体内容，文字尽量言简意赅简单说明即可。请在此处添加具体内容。</a:t>
            </a:r>
          </a:p>
        </p:txBody>
      </p:sp>
      <p:sp>
        <p:nvSpPr>
          <p:cNvPr id="7" name="文本框 6"/>
          <p:cNvSpPr txBox="1"/>
          <p:nvPr/>
        </p:nvSpPr>
        <p:spPr>
          <a:xfrm>
            <a:off x="619410" y="1662731"/>
            <a:ext cx="2013934" cy="1462369"/>
          </a:xfrm>
          <a:prstGeom prst="rect">
            <a:avLst/>
          </a:prstGeom>
        </p:spPr>
        <p:txBody>
          <a:bodyPr anchor="ctr">
            <a:scene3d>
              <a:camera prst="legacyObliqueTopLeft">
                <a:rot lat="0" lon="0" rev="0"/>
              </a:camera>
              <a:lightRig rig="legacyFlat1" dir="tl"/>
            </a:scene3d>
          </a:bodyPr>
          <a:lstStyle/>
          <a:p>
            <a:pPr algn="just">
              <a:lnSpc>
                <a:spcPct val="112000"/>
              </a:lnSpc>
            </a:pPr>
            <a:r>
              <a:rPr sz="8530" b="1" kern="10000" spc="200">
                <a:solidFill>
                  <a:srgbClr val="FBE5D6">
                    <a:alpha val="100000"/>
                  </a:srgbClr>
                </a:solidFill>
                <a:latin typeface="方正小标宋简体" panose="03000509000000000000" pitchFamily="1" charset="-122"/>
                <a:ea typeface="方正小标宋简体" panose="03000509000000000000" pitchFamily="1" charset="-122"/>
              </a:rPr>
              <a:t>02.</a:t>
            </a:r>
          </a:p>
        </p:txBody>
      </p:sp>
      <p:sp>
        <p:nvSpPr>
          <p:cNvPr id="8" name="文本框 7"/>
          <p:cNvSpPr txBox="1"/>
          <p:nvPr/>
        </p:nvSpPr>
        <p:spPr>
          <a:xfrm>
            <a:off x="2533411" y="2002229"/>
            <a:ext cx="3264916" cy="579760"/>
          </a:xfrm>
          <a:prstGeom prst="rect">
            <a:avLst/>
          </a:prstGeom>
        </p:spPr>
        <p:txBody>
          <a:bodyPr anchor="ctr">
            <a:scene3d>
              <a:camera prst="legacyObliqueTopLeft">
                <a:rot lat="0" lon="0" rev="0"/>
              </a:camera>
              <a:lightRig rig="legacyFlat1" dir="tl"/>
            </a:scene3d>
          </a:bodyPr>
          <a:lstStyle/>
          <a:p>
            <a:pPr algn="just">
              <a:lnSpc>
                <a:spcPct val="113000"/>
              </a:lnSpc>
            </a:pPr>
            <a:r>
              <a:rPr sz="3380" kern="10000" spc="200">
                <a:solidFill>
                  <a:srgbClr val="FBE5D6">
                    <a:alpha val="100000"/>
                  </a:srgbClr>
                </a:solidFill>
                <a:latin typeface="方正小标宋简体" panose="03000509000000000000" pitchFamily="1" charset="-122"/>
                <a:ea typeface="方正小标宋简体" panose="03000509000000000000" pitchFamily="1" charset="-122"/>
              </a:rPr>
              <a:t>研究进展</a:t>
            </a:r>
          </a:p>
        </p:txBody>
      </p:sp>
      <p:sp>
        <p:nvSpPr>
          <p:cNvPr id="9" name="文本框 8"/>
          <p:cNvSpPr txBox="1"/>
          <p:nvPr/>
        </p:nvSpPr>
        <p:spPr>
          <a:xfrm>
            <a:off x="2352825" y="2581989"/>
            <a:ext cx="3296442" cy="205740"/>
          </a:xfrm>
          <a:prstGeom prst="rect">
            <a:avLst/>
          </a:prstGeom>
        </p:spPr>
        <p:txBody>
          <a:bodyPr anchor="ctr">
            <a:scene3d>
              <a:camera prst="legacyObliqueTopLeft">
                <a:rot lat="0" lon="0" rev="0"/>
              </a:camera>
              <a:lightRig rig="legacyFlat1" dir="tl"/>
            </a:scene3d>
          </a:bodyPr>
          <a:lstStyle/>
          <a:p>
            <a:pPr algn="ctr">
              <a:lnSpc>
                <a:spcPct val="113000"/>
              </a:lnSpc>
            </a:pPr>
            <a:r>
              <a:rPr sz="1200" kern="100" spc="0">
                <a:solidFill>
                  <a:srgbClr val="FBE5D6">
                    <a:alpha val="64000"/>
                  </a:srgbClr>
                </a:solidFill>
                <a:latin typeface="Noto Sans S Chinese Regular" panose="020B0500000000000000" pitchFamily="1" charset="-122"/>
                <a:ea typeface="Noto Sans S Chinese Regular" panose="020B0500000000000000" pitchFamily="1" charset="-122"/>
              </a:rPr>
              <a:t>只争朝夕，不负韶华/不忘初心，砥砺前行</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0" y="0"/>
            <a:ext cx="9144000" cy="5143500"/>
          </a:xfrm>
          <a:prstGeom prst="rect">
            <a:avLst/>
          </a:prstGeom>
        </p:spPr>
      </p:pic>
      <p:sp>
        <p:nvSpPr>
          <p:cNvPr id="5" name="文本框 4"/>
          <p:cNvSpPr txBox="1"/>
          <p:nvPr/>
        </p:nvSpPr>
        <p:spPr>
          <a:xfrm>
            <a:off x="4277344" y="1321141"/>
            <a:ext cx="1004159" cy="285750"/>
          </a:xfrm>
          <a:prstGeom prst="rect">
            <a:avLst/>
          </a:prstGeom>
        </p:spPr>
        <p:txBody>
          <a:bodyPr anchor="ctr">
            <a:scene3d>
              <a:camera prst="legacyObliqueTopLeft">
                <a:rot lat="0" lon="0" rev="0"/>
              </a:camera>
              <a:lightRig rig="legacyFlat1" dir="tl"/>
            </a:scene3d>
          </a:bodyPr>
          <a:lstStyle/>
          <a:p>
            <a:pPr algn="just">
              <a:lnSpc>
                <a:spcPct val="113000"/>
              </a:lnSpc>
            </a:pPr>
            <a:r>
              <a:rPr sz="1665" kern="100" spc="0">
                <a:solidFill>
                  <a:srgbClr val="7E0C6E">
                    <a:alpha val="100000"/>
                  </a:srgbClr>
                </a:solidFill>
                <a:latin typeface="Alibaba PuHuiTi Medium" panose="02010800040101010101" pitchFamily="1" charset="-122"/>
                <a:ea typeface="Alibaba PuHuiTi Medium" panose="02010800040101010101" pitchFamily="1" charset="-122"/>
              </a:rPr>
              <a:t>PART 1</a:t>
            </a:r>
          </a:p>
        </p:txBody>
      </p:sp>
      <p:sp>
        <p:nvSpPr>
          <p:cNvPr id="6" name="文本框 5"/>
          <p:cNvSpPr txBox="1"/>
          <p:nvPr/>
        </p:nvSpPr>
        <p:spPr>
          <a:xfrm>
            <a:off x="4277344" y="1702784"/>
            <a:ext cx="4359523" cy="480060"/>
          </a:xfrm>
          <a:prstGeom prst="rect">
            <a:avLst/>
          </a:prstGeom>
        </p:spPr>
        <p:txBody>
          <a:bodyPr anchor="ctr">
            <a:scene3d>
              <a:camera prst="legacyObliqueTopLeft">
                <a:rot lat="0" lon="0" rev="0"/>
              </a:camera>
              <a:lightRig rig="legacyFlat1" dir="tl"/>
            </a:scene3d>
          </a:bodyPr>
          <a:lstStyle/>
          <a:p>
            <a:pPr algn="l">
              <a:lnSpc>
                <a:spcPct val="113000"/>
              </a:lnSpc>
            </a:pPr>
            <a:r>
              <a:rPr sz="935" kern="10000" spc="200">
                <a:solidFill>
                  <a:srgbClr val="000000">
                    <a:alpha val="70000"/>
                  </a:srgbClr>
                </a:solidFill>
                <a:latin typeface="Alibaba PuHuiTi Regular" panose="02010800040101010101" pitchFamily="1" charset="-122"/>
                <a:ea typeface="Alibaba PuHuiTi Regular" panose="02010800040101010101" pitchFamily="1" charset="-122"/>
              </a:rPr>
              <a:t>请在此处添加具体内容，文字尽量言简意赅简单说明即可。请在此处添加具体内容。请在此处添加具体内容，文字尽量言简意赅简单说明即可。请在此处添加具体内容。</a:t>
            </a:r>
          </a:p>
        </p:txBody>
      </p:sp>
      <p:sp>
        <p:nvSpPr>
          <p:cNvPr id="7" name="文本框 6"/>
          <p:cNvSpPr txBox="1"/>
          <p:nvPr/>
        </p:nvSpPr>
        <p:spPr>
          <a:xfrm>
            <a:off x="4277344" y="413822"/>
            <a:ext cx="1883285" cy="342900"/>
          </a:xfrm>
          <a:prstGeom prst="rect">
            <a:avLst/>
          </a:prstGeom>
        </p:spPr>
        <p:txBody>
          <a:bodyPr anchor="ctr">
            <a:scene3d>
              <a:camera prst="legacyObliqueTopLeft">
                <a:rot lat="0" lon="0" rev="0"/>
              </a:camera>
              <a:lightRig rig="legacyFlat1" dir="tl"/>
            </a:scene3d>
          </a:bodyPr>
          <a:lstStyle/>
          <a:p>
            <a:pPr algn="l">
              <a:lnSpc>
                <a:spcPct val="113000"/>
              </a:lnSpc>
            </a:pPr>
            <a:r>
              <a:rPr sz="2000" kern="10000" spc="200">
                <a:solidFill>
                  <a:srgbClr val="666666">
                    <a:alpha val="100000"/>
                  </a:srgbClr>
                </a:solidFill>
                <a:latin typeface="Alibaba PuHuiTi Bold" panose="02010800040101010101" pitchFamily="1" charset="-122"/>
                <a:ea typeface="Alibaba PuHuiTi Bold" panose="02010800040101010101" pitchFamily="1" charset="-122"/>
              </a:rPr>
              <a:t>研究进展</a:t>
            </a:r>
          </a:p>
        </p:txBody>
      </p:sp>
      <p:sp>
        <p:nvSpPr>
          <p:cNvPr id="8" name="文本框 7"/>
          <p:cNvSpPr txBox="1"/>
          <p:nvPr/>
        </p:nvSpPr>
        <p:spPr>
          <a:xfrm>
            <a:off x="5679186" y="470963"/>
            <a:ext cx="3352929"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progress</a:t>
            </a:r>
          </a:p>
        </p:txBody>
      </p:sp>
      <p:pic>
        <p:nvPicPr>
          <p:cNvPr id="2" name="图片 1"/>
          <p:cNvPicPr>
            <a:picLocks noChangeAspect="1"/>
          </p:cNvPicPr>
          <p:nvPr/>
        </p:nvPicPr>
        <p:blipFill>
          <a:blip r:embed="rId3"/>
          <a:stretch>
            <a:fillRect/>
          </a:stretch>
        </p:blipFill>
        <p:spPr>
          <a:xfrm rot="5400000">
            <a:off x="5454634" y="573166"/>
            <a:ext cx="266277" cy="24210"/>
          </a:xfrm>
          <a:prstGeom prst="rect">
            <a:avLst/>
          </a:prstGeom>
        </p:spPr>
      </p:pic>
      <p:pic>
        <p:nvPicPr>
          <p:cNvPr id="3" name="图片 2"/>
          <p:cNvPicPr>
            <a:picLocks noChangeAspect="1"/>
          </p:cNvPicPr>
          <p:nvPr/>
        </p:nvPicPr>
        <p:blipFill>
          <a:blip r:embed="rId4"/>
          <a:stretch>
            <a:fillRect/>
          </a:stretch>
        </p:blipFill>
        <p:spPr>
          <a:xfrm>
            <a:off x="-1123711" y="-6953"/>
            <a:ext cx="5157510" cy="5157510"/>
          </a:xfrm>
          <a:prstGeom prst="rect">
            <a:avLst/>
          </a:prstGeom>
        </p:spPr>
      </p:pic>
      <p:sp>
        <p:nvSpPr>
          <p:cNvPr id="9" name="文本框 8"/>
          <p:cNvSpPr txBox="1"/>
          <p:nvPr/>
        </p:nvSpPr>
        <p:spPr>
          <a:xfrm>
            <a:off x="4277344" y="2391584"/>
            <a:ext cx="1004159" cy="285750"/>
          </a:xfrm>
          <a:prstGeom prst="rect">
            <a:avLst/>
          </a:prstGeom>
        </p:spPr>
        <p:txBody>
          <a:bodyPr anchor="ctr">
            <a:scene3d>
              <a:camera prst="legacyObliqueTopLeft">
                <a:rot lat="0" lon="0" rev="0"/>
              </a:camera>
              <a:lightRig rig="legacyFlat1" dir="tl"/>
            </a:scene3d>
          </a:bodyPr>
          <a:lstStyle/>
          <a:p>
            <a:pPr algn="just">
              <a:lnSpc>
                <a:spcPct val="113000"/>
              </a:lnSpc>
            </a:pPr>
            <a:r>
              <a:rPr sz="1665" kern="100" spc="0">
                <a:solidFill>
                  <a:srgbClr val="7E0C6E">
                    <a:alpha val="100000"/>
                  </a:srgbClr>
                </a:solidFill>
                <a:latin typeface="Alibaba PuHuiTi Medium" panose="02010800040101010101" pitchFamily="1" charset="-122"/>
                <a:ea typeface="Alibaba PuHuiTi Medium" panose="02010800040101010101" pitchFamily="1" charset="-122"/>
              </a:rPr>
              <a:t>PART 2</a:t>
            </a:r>
          </a:p>
        </p:txBody>
      </p:sp>
      <p:sp>
        <p:nvSpPr>
          <p:cNvPr id="10" name="文本框 9"/>
          <p:cNvSpPr txBox="1"/>
          <p:nvPr/>
        </p:nvSpPr>
        <p:spPr>
          <a:xfrm>
            <a:off x="4277344" y="2773203"/>
            <a:ext cx="4359523" cy="480060"/>
          </a:xfrm>
          <a:prstGeom prst="rect">
            <a:avLst/>
          </a:prstGeom>
        </p:spPr>
        <p:txBody>
          <a:bodyPr anchor="ctr">
            <a:scene3d>
              <a:camera prst="legacyObliqueTopLeft">
                <a:rot lat="0" lon="0" rev="0"/>
              </a:camera>
              <a:lightRig rig="legacyFlat1" dir="tl"/>
            </a:scene3d>
          </a:bodyPr>
          <a:lstStyle/>
          <a:p>
            <a:pPr algn="l">
              <a:lnSpc>
                <a:spcPct val="113000"/>
              </a:lnSpc>
            </a:pPr>
            <a:r>
              <a:rPr sz="935" kern="10000" spc="200">
                <a:solidFill>
                  <a:srgbClr val="000000">
                    <a:alpha val="70000"/>
                  </a:srgbClr>
                </a:solidFill>
                <a:latin typeface="Alibaba PuHuiTi Regular" panose="02010800040101010101" pitchFamily="1" charset="-122"/>
                <a:ea typeface="Alibaba PuHuiTi Regular" panose="02010800040101010101" pitchFamily="1" charset="-122"/>
              </a:rPr>
              <a:t>请在此处添加具体内容，文字尽量言简意赅简单说明即可。请在此处添加具体内容。请在此处添加具体内容，文字尽量言简意赅简单说明即可。请在此处添加具体内容。</a:t>
            </a:r>
          </a:p>
        </p:txBody>
      </p:sp>
      <p:sp>
        <p:nvSpPr>
          <p:cNvPr id="11" name="文本框 10"/>
          <p:cNvSpPr txBox="1"/>
          <p:nvPr/>
        </p:nvSpPr>
        <p:spPr>
          <a:xfrm>
            <a:off x="4277344" y="3546586"/>
            <a:ext cx="1004159" cy="285750"/>
          </a:xfrm>
          <a:prstGeom prst="rect">
            <a:avLst/>
          </a:prstGeom>
        </p:spPr>
        <p:txBody>
          <a:bodyPr anchor="ctr">
            <a:scene3d>
              <a:camera prst="legacyObliqueTopLeft">
                <a:rot lat="0" lon="0" rev="0"/>
              </a:camera>
              <a:lightRig rig="legacyFlat1" dir="tl"/>
            </a:scene3d>
          </a:bodyPr>
          <a:lstStyle/>
          <a:p>
            <a:pPr algn="just">
              <a:lnSpc>
                <a:spcPct val="113000"/>
              </a:lnSpc>
            </a:pPr>
            <a:r>
              <a:rPr sz="1665" kern="100" spc="0">
                <a:solidFill>
                  <a:srgbClr val="7E0C6E">
                    <a:alpha val="100000"/>
                  </a:srgbClr>
                </a:solidFill>
                <a:latin typeface="Alibaba PuHuiTi Medium" panose="02010800040101010101" pitchFamily="1" charset="-122"/>
                <a:ea typeface="Alibaba PuHuiTi Medium" panose="02010800040101010101" pitchFamily="1" charset="-122"/>
              </a:rPr>
              <a:t>PART 3</a:t>
            </a:r>
          </a:p>
        </p:txBody>
      </p:sp>
      <p:sp>
        <p:nvSpPr>
          <p:cNvPr id="12" name="文本框 11"/>
          <p:cNvSpPr txBox="1"/>
          <p:nvPr/>
        </p:nvSpPr>
        <p:spPr>
          <a:xfrm>
            <a:off x="4277344" y="3928205"/>
            <a:ext cx="4359523" cy="480060"/>
          </a:xfrm>
          <a:prstGeom prst="rect">
            <a:avLst/>
          </a:prstGeom>
        </p:spPr>
        <p:txBody>
          <a:bodyPr anchor="ctr">
            <a:scene3d>
              <a:camera prst="legacyObliqueTopLeft">
                <a:rot lat="0" lon="0" rev="0"/>
              </a:camera>
              <a:lightRig rig="legacyFlat1" dir="tl"/>
            </a:scene3d>
          </a:bodyPr>
          <a:lstStyle/>
          <a:p>
            <a:pPr algn="l">
              <a:lnSpc>
                <a:spcPct val="113000"/>
              </a:lnSpc>
            </a:pPr>
            <a:r>
              <a:rPr sz="935" kern="10000" spc="200">
                <a:solidFill>
                  <a:srgbClr val="000000">
                    <a:alpha val="70000"/>
                  </a:srgbClr>
                </a:solidFill>
                <a:latin typeface="Alibaba PuHuiTi Regular" panose="02010800040101010101" pitchFamily="1" charset="-122"/>
                <a:ea typeface="Alibaba PuHuiTi Regular" panose="02010800040101010101" pitchFamily="1" charset="-122"/>
              </a:rPr>
              <a:t>请在此处添加具体内容，文字尽量言简意赅简单说明即可。请在此处添加具体内容。请在此处添加具体内容，文字尽量言简意赅简单说明即可。请在此处添加具体内容。</a:t>
            </a:r>
          </a:p>
        </p:txBody>
      </p:sp>
      <p:sp>
        <p:nvSpPr>
          <p:cNvPr id="13" name="文本框 12"/>
          <p:cNvSpPr txBox="1"/>
          <p:nvPr/>
        </p:nvSpPr>
        <p:spPr>
          <a:xfrm rot="5400000">
            <a:off x="7214616" y="4289536"/>
            <a:ext cx="3352929"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progress 01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0" y="0"/>
            <a:ext cx="9144000" cy="5143500"/>
          </a:xfrm>
          <a:prstGeom prst="rect">
            <a:avLst/>
          </a:prstGeom>
        </p:spPr>
      </p:pic>
      <p:sp>
        <p:nvSpPr>
          <p:cNvPr id="5" name="文本框 4"/>
          <p:cNvSpPr txBox="1"/>
          <p:nvPr/>
        </p:nvSpPr>
        <p:spPr>
          <a:xfrm>
            <a:off x="451389" y="1502193"/>
            <a:ext cx="1004159" cy="285750"/>
          </a:xfrm>
          <a:prstGeom prst="rect">
            <a:avLst/>
          </a:prstGeom>
        </p:spPr>
        <p:txBody>
          <a:bodyPr anchor="ctr">
            <a:scene3d>
              <a:camera prst="legacyObliqueTopLeft">
                <a:rot lat="0" lon="0" rev="0"/>
              </a:camera>
              <a:lightRig rig="legacyFlat1" dir="tl"/>
            </a:scene3d>
          </a:bodyPr>
          <a:lstStyle/>
          <a:p>
            <a:pPr algn="just">
              <a:lnSpc>
                <a:spcPct val="113000"/>
              </a:lnSpc>
            </a:pPr>
            <a:r>
              <a:rPr sz="1665" kern="100" spc="0">
                <a:solidFill>
                  <a:srgbClr val="7E0C6E">
                    <a:alpha val="100000"/>
                  </a:srgbClr>
                </a:solidFill>
                <a:latin typeface="Alibaba PuHuiTi Medium" panose="02010800040101010101" pitchFamily="1" charset="-122"/>
                <a:ea typeface="Alibaba PuHuiTi Medium" panose="02010800040101010101" pitchFamily="1" charset="-122"/>
              </a:rPr>
              <a:t>小标题1</a:t>
            </a:r>
          </a:p>
        </p:txBody>
      </p:sp>
      <p:sp>
        <p:nvSpPr>
          <p:cNvPr id="6" name="文本框 5"/>
          <p:cNvSpPr txBox="1"/>
          <p:nvPr/>
        </p:nvSpPr>
        <p:spPr>
          <a:xfrm>
            <a:off x="451389" y="1932843"/>
            <a:ext cx="3433801" cy="800100"/>
          </a:xfrm>
          <a:prstGeom prst="rect">
            <a:avLst/>
          </a:prstGeom>
        </p:spPr>
        <p:txBody>
          <a:bodyPr anchor="ctr">
            <a:scene3d>
              <a:camera prst="legacyObliqueTopLeft">
                <a:rot lat="0" lon="0" rev="0"/>
              </a:camera>
              <a:lightRig rig="legacyFlat1" dir="tl"/>
            </a:scene3d>
          </a:bodyPr>
          <a:lstStyle/>
          <a:p>
            <a:pPr algn="l">
              <a:lnSpc>
                <a:spcPct val="113000"/>
              </a:lnSpc>
            </a:pPr>
            <a:r>
              <a:rPr sz="935" kern="10000" spc="200">
                <a:solidFill>
                  <a:srgbClr val="000000">
                    <a:alpha val="70000"/>
                  </a:srgbClr>
                </a:solidFill>
                <a:latin typeface="Noto Sans S Chinese Regular" panose="020B0500000000000000" pitchFamily="1" charset="-122"/>
                <a:ea typeface="Noto Sans S Chinese Regular" panose="020B0500000000000000" pitchFamily="1" charset="-122"/>
              </a:rPr>
              <a:t>请在此处添加具体内容，文字尽量言简意赅简单说明即可。请在此处添加具体内容。请在此处添加具体内容，文字尽量言简意赅简单说明即可。请在此处添加具体内容。请在此处添加具体内容，文字尽量言简意赅简单说明即可。请在此处添加具体内容。</a:t>
            </a:r>
          </a:p>
        </p:txBody>
      </p:sp>
      <p:sp>
        <p:nvSpPr>
          <p:cNvPr id="7" name="文本框 6"/>
          <p:cNvSpPr txBox="1"/>
          <p:nvPr/>
        </p:nvSpPr>
        <p:spPr>
          <a:xfrm>
            <a:off x="4769500" y="1932860"/>
            <a:ext cx="3433801" cy="800100"/>
          </a:xfrm>
          <a:prstGeom prst="rect">
            <a:avLst/>
          </a:prstGeom>
        </p:spPr>
        <p:txBody>
          <a:bodyPr anchor="ctr">
            <a:scene3d>
              <a:camera prst="legacyObliqueTopLeft">
                <a:rot lat="0" lon="0" rev="0"/>
              </a:camera>
              <a:lightRig rig="legacyFlat1" dir="tl"/>
            </a:scene3d>
          </a:bodyPr>
          <a:lstStyle/>
          <a:p>
            <a:pPr algn="l">
              <a:lnSpc>
                <a:spcPct val="113000"/>
              </a:lnSpc>
            </a:pPr>
            <a:r>
              <a:rPr sz="935" kern="10000" spc="200">
                <a:solidFill>
                  <a:srgbClr val="000000">
                    <a:alpha val="70000"/>
                  </a:srgbClr>
                </a:solidFill>
                <a:latin typeface="Noto Sans S Chinese Regular" panose="020B0500000000000000" pitchFamily="1" charset="-122"/>
                <a:ea typeface="Noto Sans S Chinese Regular" panose="020B0500000000000000" pitchFamily="1" charset="-122"/>
              </a:rPr>
              <a:t>请在此处添加具体内容，文字尽量言简意赅简单说明即可。请在此处添加具体内容。请在此处添加具体内容，文字尽量言简意赅简单说明即可。请在此处添加具体内容。请在此处添加具体内容，文字尽量言简意赅简单说明即可。请在此处添加具体内容。</a:t>
            </a:r>
          </a:p>
        </p:txBody>
      </p:sp>
      <p:sp>
        <p:nvSpPr>
          <p:cNvPr id="8" name="文本框 7"/>
          <p:cNvSpPr txBox="1"/>
          <p:nvPr/>
        </p:nvSpPr>
        <p:spPr>
          <a:xfrm rot="5400000">
            <a:off x="7214616" y="4289536"/>
            <a:ext cx="3352929"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progress 02</a:t>
            </a:r>
          </a:p>
        </p:txBody>
      </p:sp>
      <p:sp>
        <p:nvSpPr>
          <p:cNvPr id="9" name="文本框 8"/>
          <p:cNvSpPr txBox="1"/>
          <p:nvPr/>
        </p:nvSpPr>
        <p:spPr>
          <a:xfrm>
            <a:off x="451389" y="391572"/>
            <a:ext cx="1883285" cy="342900"/>
          </a:xfrm>
          <a:prstGeom prst="rect">
            <a:avLst/>
          </a:prstGeom>
        </p:spPr>
        <p:txBody>
          <a:bodyPr anchor="ctr">
            <a:scene3d>
              <a:camera prst="legacyObliqueTopLeft">
                <a:rot lat="0" lon="0" rev="0"/>
              </a:camera>
              <a:lightRig rig="legacyFlat1" dir="tl"/>
            </a:scene3d>
          </a:bodyPr>
          <a:lstStyle/>
          <a:p>
            <a:pPr algn="l">
              <a:lnSpc>
                <a:spcPct val="113000"/>
              </a:lnSpc>
            </a:pPr>
            <a:r>
              <a:rPr sz="2000" kern="10000" spc="200">
                <a:solidFill>
                  <a:srgbClr val="666666">
                    <a:alpha val="100000"/>
                  </a:srgbClr>
                </a:solidFill>
                <a:latin typeface="Alibaba PuHuiTi Bold" panose="02010800040101010101" pitchFamily="1" charset="-122"/>
                <a:ea typeface="Alibaba PuHuiTi Bold" panose="02010800040101010101" pitchFamily="1" charset="-122"/>
              </a:rPr>
              <a:t>研究进展</a:t>
            </a:r>
          </a:p>
        </p:txBody>
      </p:sp>
      <p:sp>
        <p:nvSpPr>
          <p:cNvPr id="10" name="文本框 9"/>
          <p:cNvSpPr txBox="1"/>
          <p:nvPr/>
        </p:nvSpPr>
        <p:spPr>
          <a:xfrm>
            <a:off x="1853231" y="448722"/>
            <a:ext cx="3352929"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progress</a:t>
            </a:r>
          </a:p>
        </p:txBody>
      </p:sp>
      <p:pic>
        <p:nvPicPr>
          <p:cNvPr id="2" name="图片 1"/>
          <p:cNvPicPr>
            <a:picLocks noChangeAspect="1"/>
          </p:cNvPicPr>
          <p:nvPr/>
        </p:nvPicPr>
        <p:blipFill>
          <a:blip r:embed="rId3"/>
          <a:stretch>
            <a:fillRect/>
          </a:stretch>
        </p:blipFill>
        <p:spPr>
          <a:xfrm rot="5400000">
            <a:off x="1628679" y="550926"/>
            <a:ext cx="266277" cy="24210"/>
          </a:xfrm>
          <a:prstGeom prst="rect">
            <a:avLst/>
          </a:prstGeom>
        </p:spPr>
      </p:pic>
      <p:pic>
        <p:nvPicPr>
          <p:cNvPr id="3" name="图片 2"/>
          <p:cNvPicPr>
            <a:picLocks noChangeAspect="1"/>
          </p:cNvPicPr>
          <p:nvPr/>
        </p:nvPicPr>
        <p:blipFill>
          <a:blip r:embed="rId4"/>
          <a:stretch>
            <a:fillRect/>
          </a:stretch>
        </p:blipFill>
        <p:spPr>
          <a:xfrm>
            <a:off x="2168271" y="2985658"/>
            <a:ext cx="4571999" cy="1824181"/>
          </a:xfrm>
          <a:prstGeom prst="rect">
            <a:avLst/>
          </a:prstGeom>
        </p:spPr>
      </p:pic>
      <p:sp>
        <p:nvSpPr>
          <p:cNvPr id="11" name="文本框 10"/>
          <p:cNvSpPr txBox="1"/>
          <p:nvPr/>
        </p:nvSpPr>
        <p:spPr>
          <a:xfrm>
            <a:off x="4704064" y="1502187"/>
            <a:ext cx="1004159" cy="285750"/>
          </a:xfrm>
          <a:prstGeom prst="rect">
            <a:avLst/>
          </a:prstGeom>
        </p:spPr>
        <p:txBody>
          <a:bodyPr anchor="ctr">
            <a:scene3d>
              <a:camera prst="legacyObliqueTopLeft">
                <a:rot lat="0" lon="0" rev="0"/>
              </a:camera>
              <a:lightRig rig="legacyFlat1" dir="tl"/>
            </a:scene3d>
          </a:bodyPr>
          <a:lstStyle/>
          <a:p>
            <a:pPr algn="just">
              <a:lnSpc>
                <a:spcPct val="113000"/>
              </a:lnSpc>
            </a:pPr>
            <a:r>
              <a:rPr sz="1665" kern="100" spc="0">
                <a:solidFill>
                  <a:srgbClr val="7E0C6E">
                    <a:alpha val="100000"/>
                  </a:srgbClr>
                </a:solidFill>
                <a:latin typeface="Alibaba PuHuiTi Medium" panose="02010800040101010101" pitchFamily="1" charset="-122"/>
                <a:ea typeface="Alibaba PuHuiTi Medium" panose="02010800040101010101" pitchFamily="1" charset="-122"/>
              </a:rPr>
              <a:t>小标题2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2"/>
          <a:stretch>
            <a:fillRect/>
          </a:stretch>
        </p:blipFill>
        <p:spPr>
          <a:xfrm>
            <a:off x="0" y="0"/>
            <a:ext cx="9144000" cy="5143500"/>
          </a:xfrm>
          <a:prstGeom prst="rect">
            <a:avLst/>
          </a:prstGeom>
        </p:spPr>
      </p:pic>
      <p:pic>
        <p:nvPicPr>
          <p:cNvPr id="2" name="图片 1"/>
          <p:cNvPicPr>
            <a:picLocks noChangeAspect="1"/>
          </p:cNvPicPr>
          <p:nvPr/>
        </p:nvPicPr>
        <p:blipFill>
          <a:blip r:embed="rId3"/>
          <a:stretch>
            <a:fillRect/>
          </a:stretch>
        </p:blipFill>
        <p:spPr>
          <a:xfrm rot="2700000">
            <a:off x="7886944" y="1257728"/>
            <a:ext cx="700726" cy="700726"/>
          </a:xfrm>
          <a:prstGeom prst="rect">
            <a:avLst/>
          </a:prstGeom>
        </p:spPr>
      </p:pic>
      <p:pic>
        <p:nvPicPr>
          <p:cNvPr id="3" name="图片 2"/>
          <p:cNvPicPr>
            <a:picLocks noChangeAspect="1"/>
          </p:cNvPicPr>
          <p:nvPr/>
        </p:nvPicPr>
        <p:blipFill>
          <a:blip r:embed="rId4"/>
          <a:stretch>
            <a:fillRect/>
          </a:stretch>
        </p:blipFill>
        <p:spPr>
          <a:xfrm rot="21599999">
            <a:off x="-64863" y="1449514"/>
            <a:ext cx="8333535" cy="301387"/>
          </a:xfrm>
          <a:prstGeom prst="rect">
            <a:avLst/>
          </a:prstGeom>
        </p:spPr>
      </p:pic>
      <p:pic>
        <p:nvPicPr>
          <p:cNvPr id="4" name="图片 3"/>
          <p:cNvPicPr>
            <a:picLocks noChangeAspect="1"/>
          </p:cNvPicPr>
          <p:nvPr/>
        </p:nvPicPr>
        <p:blipFill>
          <a:blip r:embed="rId5"/>
          <a:stretch>
            <a:fillRect/>
          </a:stretch>
        </p:blipFill>
        <p:spPr>
          <a:xfrm>
            <a:off x="5624346" y="1328100"/>
            <a:ext cx="514350" cy="514349"/>
          </a:xfrm>
          <a:prstGeom prst="rect">
            <a:avLst/>
          </a:prstGeom>
        </p:spPr>
      </p:pic>
      <p:pic>
        <p:nvPicPr>
          <p:cNvPr id="5" name="图片 4"/>
          <p:cNvPicPr>
            <a:picLocks noChangeAspect="1"/>
          </p:cNvPicPr>
          <p:nvPr/>
        </p:nvPicPr>
        <p:blipFill>
          <a:blip r:embed="rId6"/>
          <a:stretch>
            <a:fillRect/>
          </a:stretch>
        </p:blipFill>
        <p:spPr>
          <a:xfrm>
            <a:off x="5737884" y="1465546"/>
            <a:ext cx="274796" cy="219836"/>
          </a:xfrm>
          <a:prstGeom prst="rect">
            <a:avLst/>
          </a:prstGeom>
        </p:spPr>
      </p:pic>
      <p:pic>
        <p:nvPicPr>
          <p:cNvPr id="6" name="图片 5"/>
          <p:cNvPicPr>
            <a:picLocks noChangeAspect="1"/>
          </p:cNvPicPr>
          <p:nvPr/>
        </p:nvPicPr>
        <p:blipFill>
          <a:blip r:embed="rId7"/>
          <a:stretch>
            <a:fillRect/>
          </a:stretch>
        </p:blipFill>
        <p:spPr>
          <a:xfrm rot="5400000">
            <a:off x="1802878" y="3230576"/>
            <a:ext cx="2995448" cy="14828"/>
          </a:xfrm>
          <a:prstGeom prst="rect">
            <a:avLst/>
          </a:prstGeom>
        </p:spPr>
      </p:pic>
      <p:pic>
        <p:nvPicPr>
          <p:cNvPr id="7" name="图片 6"/>
          <p:cNvPicPr>
            <a:picLocks noChangeAspect="1"/>
          </p:cNvPicPr>
          <p:nvPr/>
        </p:nvPicPr>
        <p:blipFill>
          <a:blip r:embed="rId8"/>
          <a:stretch>
            <a:fillRect/>
          </a:stretch>
        </p:blipFill>
        <p:spPr>
          <a:xfrm>
            <a:off x="3043414" y="1331672"/>
            <a:ext cx="514350" cy="514349"/>
          </a:xfrm>
          <a:prstGeom prst="rect">
            <a:avLst/>
          </a:prstGeom>
        </p:spPr>
      </p:pic>
      <p:pic>
        <p:nvPicPr>
          <p:cNvPr id="8" name="图片 7"/>
          <p:cNvPicPr>
            <a:picLocks noChangeAspect="1"/>
          </p:cNvPicPr>
          <p:nvPr/>
        </p:nvPicPr>
        <p:blipFill>
          <a:blip r:embed="rId9"/>
          <a:stretch>
            <a:fillRect/>
          </a:stretch>
        </p:blipFill>
        <p:spPr>
          <a:xfrm>
            <a:off x="3147068" y="1435326"/>
            <a:ext cx="307041" cy="307041"/>
          </a:xfrm>
          <a:prstGeom prst="rect">
            <a:avLst/>
          </a:prstGeom>
        </p:spPr>
      </p:pic>
      <p:pic>
        <p:nvPicPr>
          <p:cNvPr id="9" name="图片 8"/>
          <p:cNvPicPr>
            <a:picLocks noChangeAspect="1"/>
          </p:cNvPicPr>
          <p:nvPr/>
        </p:nvPicPr>
        <p:blipFill>
          <a:blip r:embed="rId7"/>
          <a:stretch>
            <a:fillRect/>
          </a:stretch>
        </p:blipFill>
        <p:spPr>
          <a:xfrm rot="5400000">
            <a:off x="4391192" y="3234148"/>
            <a:ext cx="2995448" cy="14828"/>
          </a:xfrm>
          <a:prstGeom prst="rect">
            <a:avLst/>
          </a:prstGeom>
        </p:spPr>
      </p:pic>
      <p:pic>
        <p:nvPicPr>
          <p:cNvPr id="10" name="图片 9"/>
          <p:cNvPicPr>
            <a:picLocks noChangeAspect="1"/>
          </p:cNvPicPr>
          <p:nvPr/>
        </p:nvPicPr>
        <p:blipFill>
          <a:blip r:embed="rId7"/>
          <a:stretch>
            <a:fillRect/>
          </a:stretch>
        </p:blipFill>
        <p:spPr>
          <a:xfrm rot="5400000">
            <a:off x="-674360" y="3156975"/>
            <a:ext cx="2995448" cy="14828"/>
          </a:xfrm>
          <a:prstGeom prst="rect">
            <a:avLst/>
          </a:prstGeom>
        </p:spPr>
      </p:pic>
      <p:sp>
        <p:nvSpPr>
          <p:cNvPr id="15" name="文本框 14"/>
          <p:cNvSpPr txBox="1"/>
          <p:nvPr/>
        </p:nvSpPr>
        <p:spPr>
          <a:xfrm>
            <a:off x="1502795" y="2259996"/>
            <a:ext cx="1004159" cy="285750"/>
          </a:xfrm>
          <a:prstGeom prst="rect">
            <a:avLst/>
          </a:prstGeom>
        </p:spPr>
        <p:txBody>
          <a:bodyPr anchor="ctr">
            <a:scene3d>
              <a:camera prst="legacyObliqueTopLeft">
                <a:rot lat="0" lon="0" rev="0"/>
              </a:camera>
              <a:lightRig rig="legacyFlat1" dir="tl"/>
            </a:scene3d>
          </a:bodyPr>
          <a:lstStyle/>
          <a:p>
            <a:pPr algn="ctr">
              <a:lnSpc>
                <a:spcPct val="113000"/>
              </a:lnSpc>
            </a:pPr>
            <a:r>
              <a:rPr sz="1665" kern="100" spc="0">
                <a:solidFill>
                  <a:srgbClr val="7E0C6F">
                    <a:alpha val="100000"/>
                  </a:srgbClr>
                </a:solidFill>
                <a:latin typeface="Alibaba PuHuiTi Medium" panose="02010800040101010101" pitchFamily="1" charset="-122"/>
                <a:ea typeface="Alibaba PuHuiTi Medium" panose="02010800040101010101" pitchFamily="1" charset="-122"/>
              </a:rPr>
              <a:t>小标题</a:t>
            </a:r>
          </a:p>
        </p:txBody>
      </p:sp>
      <p:sp>
        <p:nvSpPr>
          <p:cNvPr id="16" name="文本框 15"/>
          <p:cNvSpPr txBox="1"/>
          <p:nvPr/>
        </p:nvSpPr>
        <p:spPr>
          <a:xfrm>
            <a:off x="808085" y="3626405"/>
            <a:ext cx="2267269" cy="480060"/>
          </a:xfrm>
          <a:prstGeom prst="rect">
            <a:avLst/>
          </a:prstGeom>
        </p:spPr>
        <p:txBody>
          <a:bodyPr anchor="ctr">
            <a:scene3d>
              <a:camera prst="legacyObliqueTopLeft">
                <a:rot lat="0" lon="0" rev="0"/>
              </a:camera>
              <a:lightRig rig="legacyFlat1" dir="tl"/>
            </a:scene3d>
          </a:bodyPr>
          <a:lstStyle/>
          <a:p>
            <a:pPr algn="ctr">
              <a:lnSpc>
                <a:spcPct val="113000"/>
              </a:lnSpc>
            </a:pPr>
            <a:r>
              <a:rPr sz="935" kern="10000" spc="200">
                <a:solidFill>
                  <a:srgbClr val="000000">
                    <a:alpha val="70000"/>
                  </a:srgbClr>
                </a:solidFill>
                <a:latin typeface="Alibaba PuHuiTi Regular" panose="02010800040101010101" pitchFamily="1" charset="-122"/>
                <a:ea typeface="Alibaba PuHuiTi Regular" panose="02010800040101010101" pitchFamily="1" charset="-122"/>
              </a:rPr>
              <a:t>请在此处添加具体内容，文字尽量言简意赅简单说明即可。请在此处添加具体内容。</a:t>
            </a:r>
          </a:p>
        </p:txBody>
      </p:sp>
      <p:pic>
        <p:nvPicPr>
          <p:cNvPr id="11" name="图片 10"/>
          <p:cNvPicPr>
            <a:picLocks noChangeAspect="1"/>
          </p:cNvPicPr>
          <p:nvPr/>
        </p:nvPicPr>
        <p:blipFill>
          <a:blip r:embed="rId5"/>
          <a:stretch>
            <a:fillRect/>
          </a:stretch>
        </p:blipFill>
        <p:spPr>
          <a:xfrm>
            <a:off x="566489" y="1309312"/>
            <a:ext cx="513749" cy="513749"/>
          </a:xfrm>
          <a:prstGeom prst="rect">
            <a:avLst/>
          </a:prstGeom>
        </p:spPr>
      </p:pic>
      <p:pic>
        <p:nvPicPr>
          <p:cNvPr id="12" name="图片 11"/>
          <p:cNvPicPr>
            <a:picLocks noChangeAspect="1"/>
          </p:cNvPicPr>
          <p:nvPr/>
        </p:nvPicPr>
        <p:blipFill>
          <a:blip r:embed="rId10"/>
          <a:stretch>
            <a:fillRect/>
          </a:stretch>
        </p:blipFill>
        <p:spPr>
          <a:xfrm>
            <a:off x="667835" y="1410658"/>
            <a:ext cx="311058" cy="311058"/>
          </a:xfrm>
          <a:prstGeom prst="rect">
            <a:avLst/>
          </a:prstGeom>
        </p:spPr>
      </p:pic>
      <p:sp>
        <p:nvSpPr>
          <p:cNvPr id="17" name="文本框 16"/>
          <p:cNvSpPr txBox="1"/>
          <p:nvPr/>
        </p:nvSpPr>
        <p:spPr>
          <a:xfrm rot="5400000">
            <a:off x="7214616" y="4289536"/>
            <a:ext cx="3352929"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progress 03</a:t>
            </a:r>
          </a:p>
        </p:txBody>
      </p:sp>
      <p:sp>
        <p:nvSpPr>
          <p:cNvPr id="18" name="文本框 17"/>
          <p:cNvSpPr txBox="1"/>
          <p:nvPr/>
        </p:nvSpPr>
        <p:spPr>
          <a:xfrm>
            <a:off x="809159" y="2682192"/>
            <a:ext cx="2269592" cy="800100"/>
          </a:xfrm>
          <a:prstGeom prst="rect">
            <a:avLst/>
          </a:prstGeom>
        </p:spPr>
        <p:txBody>
          <a:bodyPr anchor="ctr">
            <a:scene3d>
              <a:camera prst="legacyObliqueTopLeft">
                <a:rot lat="0" lon="0" rev="0"/>
              </a:camera>
              <a:lightRig rig="legacyFlat1" dir="tl"/>
            </a:scene3d>
          </a:bodyPr>
          <a:lstStyle/>
          <a:p>
            <a:pPr algn="ctr">
              <a:lnSpc>
                <a:spcPct val="113000"/>
              </a:lnSpc>
            </a:pPr>
            <a:r>
              <a:rPr sz="935" kern="10000" spc="200">
                <a:solidFill>
                  <a:srgbClr val="000000">
                    <a:alpha val="70000"/>
                  </a:srgbClr>
                </a:solidFill>
                <a:latin typeface="Alibaba PuHuiTi Regular" panose="02010800040101010101" pitchFamily="1" charset="-122"/>
                <a:ea typeface="Alibaba PuHuiTi Regular" panose="02010800040101010101" pitchFamily="1" charset="-122"/>
              </a:rPr>
              <a:t>请在此处添加具体内容，文字尽量言简意赅简单说明即可。请在此处添加具体内容。请在此处添加具体内容，文字尽量言简意赅简单说明即可。请在此处添加具体内容。</a:t>
            </a:r>
          </a:p>
        </p:txBody>
      </p:sp>
      <p:sp>
        <p:nvSpPr>
          <p:cNvPr id="19" name="文本框 18"/>
          <p:cNvSpPr txBox="1"/>
          <p:nvPr/>
        </p:nvSpPr>
        <p:spPr>
          <a:xfrm>
            <a:off x="4035445" y="2259996"/>
            <a:ext cx="1004159" cy="285750"/>
          </a:xfrm>
          <a:prstGeom prst="rect">
            <a:avLst/>
          </a:prstGeom>
        </p:spPr>
        <p:txBody>
          <a:bodyPr anchor="ctr">
            <a:scene3d>
              <a:camera prst="legacyObliqueTopLeft">
                <a:rot lat="0" lon="0" rev="0"/>
              </a:camera>
              <a:lightRig rig="legacyFlat1" dir="tl"/>
            </a:scene3d>
          </a:bodyPr>
          <a:lstStyle/>
          <a:p>
            <a:pPr algn="ctr">
              <a:lnSpc>
                <a:spcPct val="113000"/>
              </a:lnSpc>
            </a:pPr>
            <a:r>
              <a:rPr sz="1665" kern="100" spc="0">
                <a:solidFill>
                  <a:srgbClr val="7E0C6F">
                    <a:alpha val="100000"/>
                  </a:srgbClr>
                </a:solidFill>
                <a:latin typeface="Alibaba PuHuiTi Medium" panose="02010800040101010101" pitchFamily="1" charset="-122"/>
                <a:ea typeface="Alibaba PuHuiTi Medium" panose="02010800040101010101" pitchFamily="1" charset="-122"/>
              </a:rPr>
              <a:t>小标题</a:t>
            </a:r>
          </a:p>
        </p:txBody>
      </p:sp>
      <p:sp>
        <p:nvSpPr>
          <p:cNvPr id="20" name="文本框 19"/>
          <p:cNvSpPr txBox="1"/>
          <p:nvPr/>
        </p:nvSpPr>
        <p:spPr>
          <a:xfrm>
            <a:off x="3340734" y="3626405"/>
            <a:ext cx="2267269" cy="480060"/>
          </a:xfrm>
          <a:prstGeom prst="rect">
            <a:avLst/>
          </a:prstGeom>
        </p:spPr>
        <p:txBody>
          <a:bodyPr anchor="ctr">
            <a:scene3d>
              <a:camera prst="legacyObliqueTopLeft">
                <a:rot lat="0" lon="0" rev="0"/>
              </a:camera>
              <a:lightRig rig="legacyFlat1" dir="tl"/>
            </a:scene3d>
          </a:bodyPr>
          <a:lstStyle/>
          <a:p>
            <a:pPr algn="ctr">
              <a:lnSpc>
                <a:spcPct val="113000"/>
              </a:lnSpc>
            </a:pPr>
            <a:r>
              <a:rPr sz="935" kern="10000" spc="200">
                <a:solidFill>
                  <a:srgbClr val="000000">
                    <a:alpha val="70000"/>
                  </a:srgbClr>
                </a:solidFill>
                <a:latin typeface="Alibaba PuHuiTi Regular" panose="02010800040101010101" pitchFamily="1" charset="-122"/>
                <a:ea typeface="Alibaba PuHuiTi Regular" panose="02010800040101010101" pitchFamily="1" charset="-122"/>
              </a:rPr>
              <a:t>请在此处添加具体内容，文字尽量言简意赅简单说明即可。请在此处添加具体内容。</a:t>
            </a:r>
          </a:p>
        </p:txBody>
      </p:sp>
      <p:sp>
        <p:nvSpPr>
          <p:cNvPr id="21" name="文本框 20"/>
          <p:cNvSpPr txBox="1"/>
          <p:nvPr/>
        </p:nvSpPr>
        <p:spPr>
          <a:xfrm>
            <a:off x="3341761" y="2682192"/>
            <a:ext cx="2269592" cy="800100"/>
          </a:xfrm>
          <a:prstGeom prst="rect">
            <a:avLst/>
          </a:prstGeom>
        </p:spPr>
        <p:txBody>
          <a:bodyPr anchor="ctr">
            <a:scene3d>
              <a:camera prst="legacyObliqueTopLeft">
                <a:rot lat="0" lon="0" rev="0"/>
              </a:camera>
              <a:lightRig rig="legacyFlat1" dir="tl"/>
            </a:scene3d>
          </a:bodyPr>
          <a:lstStyle/>
          <a:p>
            <a:pPr algn="ctr">
              <a:lnSpc>
                <a:spcPct val="113000"/>
              </a:lnSpc>
            </a:pPr>
            <a:r>
              <a:rPr sz="935" kern="10000" spc="200">
                <a:solidFill>
                  <a:srgbClr val="000000">
                    <a:alpha val="70000"/>
                  </a:srgbClr>
                </a:solidFill>
                <a:latin typeface="Alibaba PuHuiTi Regular" panose="02010800040101010101" pitchFamily="1" charset="-122"/>
                <a:ea typeface="Alibaba PuHuiTi Regular" panose="02010800040101010101" pitchFamily="1" charset="-122"/>
              </a:rPr>
              <a:t>请在此处添加具体内容，文字尽量言简意赅简单说明即可。请在此处添加具体内容。请在此处添加具体内容，文字尽量言简意赅简单说明即可。请在此处添加具体内容。</a:t>
            </a:r>
          </a:p>
        </p:txBody>
      </p:sp>
      <p:sp>
        <p:nvSpPr>
          <p:cNvPr id="22" name="文本框 21"/>
          <p:cNvSpPr txBox="1"/>
          <p:nvPr/>
        </p:nvSpPr>
        <p:spPr>
          <a:xfrm>
            <a:off x="6693396" y="2259996"/>
            <a:ext cx="1004159" cy="285750"/>
          </a:xfrm>
          <a:prstGeom prst="rect">
            <a:avLst/>
          </a:prstGeom>
        </p:spPr>
        <p:txBody>
          <a:bodyPr anchor="ctr">
            <a:scene3d>
              <a:camera prst="legacyObliqueTopLeft">
                <a:rot lat="0" lon="0" rev="0"/>
              </a:camera>
              <a:lightRig rig="legacyFlat1" dir="tl"/>
            </a:scene3d>
          </a:bodyPr>
          <a:lstStyle/>
          <a:p>
            <a:pPr algn="ctr">
              <a:lnSpc>
                <a:spcPct val="113000"/>
              </a:lnSpc>
            </a:pPr>
            <a:r>
              <a:rPr sz="1665" kern="100" spc="0">
                <a:solidFill>
                  <a:srgbClr val="7E0C6F">
                    <a:alpha val="100000"/>
                  </a:srgbClr>
                </a:solidFill>
                <a:latin typeface="Alibaba PuHuiTi Medium" panose="02010800040101010101" pitchFamily="1" charset="-122"/>
                <a:ea typeface="Alibaba PuHuiTi Medium" panose="02010800040101010101" pitchFamily="1" charset="-122"/>
              </a:rPr>
              <a:t>小标题</a:t>
            </a:r>
          </a:p>
        </p:txBody>
      </p:sp>
      <p:sp>
        <p:nvSpPr>
          <p:cNvPr id="23" name="文本框 22"/>
          <p:cNvSpPr txBox="1"/>
          <p:nvPr/>
        </p:nvSpPr>
        <p:spPr>
          <a:xfrm>
            <a:off x="5998686" y="3626405"/>
            <a:ext cx="2267269" cy="480060"/>
          </a:xfrm>
          <a:prstGeom prst="rect">
            <a:avLst/>
          </a:prstGeom>
        </p:spPr>
        <p:txBody>
          <a:bodyPr anchor="ctr">
            <a:scene3d>
              <a:camera prst="legacyObliqueTopLeft">
                <a:rot lat="0" lon="0" rev="0"/>
              </a:camera>
              <a:lightRig rig="legacyFlat1" dir="tl"/>
            </a:scene3d>
          </a:bodyPr>
          <a:lstStyle/>
          <a:p>
            <a:pPr algn="ctr">
              <a:lnSpc>
                <a:spcPct val="113000"/>
              </a:lnSpc>
            </a:pPr>
            <a:r>
              <a:rPr sz="935" kern="10000" spc="200">
                <a:solidFill>
                  <a:srgbClr val="000000">
                    <a:alpha val="70000"/>
                  </a:srgbClr>
                </a:solidFill>
                <a:latin typeface="Alibaba PuHuiTi Regular" panose="02010800040101010101" pitchFamily="1" charset="-122"/>
                <a:ea typeface="Alibaba PuHuiTi Regular" panose="02010800040101010101" pitchFamily="1" charset="-122"/>
              </a:rPr>
              <a:t>请在此处添加具体内容，文字尽量言简意赅简单说明即可。请在此处添加具体内容。</a:t>
            </a:r>
          </a:p>
        </p:txBody>
      </p:sp>
      <p:sp>
        <p:nvSpPr>
          <p:cNvPr id="24" name="文本框 23"/>
          <p:cNvSpPr txBox="1"/>
          <p:nvPr/>
        </p:nvSpPr>
        <p:spPr>
          <a:xfrm>
            <a:off x="5999713" y="2682192"/>
            <a:ext cx="2269592" cy="800100"/>
          </a:xfrm>
          <a:prstGeom prst="rect">
            <a:avLst/>
          </a:prstGeom>
        </p:spPr>
        <p:txBody>
          <a:bodyPr anchor="ctr">
            <a:scene3d>
              <a:camera prst="legacyObliqueTopLeft">
                <a:rot lat="0" lon="0" rev="0"/>
              </a:camera>
              <a:lightRig rig="legacyFlat1" dir="tl"/>
            </a:scene3d>
          </a:bodyPr>
          <a:lstStyle/>
          <a:p>
            <a:pPr algn="ctr">
              <a:lnSpc>
                <a:spcPct val="113000"/>
              </a:lnSpc>
            </a:pPr>
            <a:r>
              <a:rPr sz="935" kern="10000" spc="200">
                <a:solidFill>
                  <a:srgbClr val="000000">
                    <a:alpha val="70000"/>
                  </a:srgbClr>
                </a:solidFill>
                <a:latin typeface="Alibaba PuHuiTi Regular" panose="02010800040101010101" pitchFamily="1" charset="-122"/>
                <a:ea typeface="Alibaba PuHuiTi Regular" panose="02010800040101010101" pitchFamily="1" charset="-122"/>
              </a:rPr>
              <a:t>请在此处添加具体内容，文字尽量言简意赅简单说明即可。请在此处添加具体内容。请在此处添加具体内容，文字尽量言简意赅简单说明即可。请在此处添加具体内容。</a:t>
            </a:r>
          </a:p>
        </p:txBody>
      </p:sp>
      <p:sp>
        <p:nvSpPr>
          <p:cNvPr id="25" name="文本框 24"/>
          <p:cNvSpPr txBox="1"/>
          <p:nvPr/>
        </p:nvSpPr>
        <p:spPr>
          <a:xfrm>
            <a:off x="451389" y="391572"/>
            <a:ext cx="1883285" cy="342900"/>
          </a:xfrm>
          <a:prstGeom prst="rect">
            <a:avLst/>
          </a:prstGeom>
        </p:spPr>
        <p:txBody>
          <a:bodyPr anchor="ctr">
            <a:scene3d>
              <a:camera prst="legacyObliqueTopLeft">
                <a:rot lat="0" lon="0" rev="0"/>
              </a:camera>
              <a:lightRig rig="legacyFlat1" dir="tl"/>
            </a:scene3d>
          </a:bodyPr>
          <a:lstStyle/>
          <a:p>
            <a:pPr algn="l">
              <a:lnSpc>
                <a:spcPct val="113000"/>
              </a:lnSpc>
            </a:pPr>
            <a:r>
              <a:rPr sz="2000" kern="10000" spc="200">
                <a:solidFill>
                  <a:srgbClr val="666666">
                    <a:alpha val="100000"/>
                  </a:srgbClr>
                </a:solidFill>
                <a:latin typeface="Alibaba PuHuiTi Bold" panose="02010800040101010101" pitchFamily="1" charset="-122"/>
                <a:ea typeface="Alibaba PuHuiTi Bold" panose="02010800040101010101" pitchFamily="1" charset="-122"/>
              </a:rPr>
              <a:t>研究进展</a:t>
            </a:r>
          </a:p>
        </p:txBody>
      </p:sp>
      <p:sp>
        <p:nvSpPr>
          <p:cNvPr id="26" name="文本框 25"/>
          <p:cNvSpPr txBox="1"/>
          <p:nvPr/>
        </p:nvSpPr>
        <p:spPr>
          <a:xfrm>
            <a:off x="1853231" y="448722"/>
            <a:ext cx="3352929"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progress</a:t>
            </a:r>
          </a:p>
        </p:txBody>
      </p:sp>
      <p:pic>
        <p:nvPicPr>
          <p:cNvPr id="13" name="图片 12"/>
          <p:cNvPicPr>
            <a:picLocks noChangeAspect="1"/>
          </p:cNvPicPr>
          <p:nvPr/>
        </p:nvPicPr>
        <p:blipFill>
          <a:blip r:embed="rId11"/>
          <a:stretch>
            <a:fillRect/>
          </a:stretch>
        </p:blipFill>
        <p:spPr>
          <a:xfrm rot="5400000">
            <a:off x="1628679" y="550926"/>
            <a:ext cx="266277" cy="242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0" y="0"/>
            <a:ext cx="9144000" cy="5143500"/>
          </a:xfrm>
          <a:prstGeom prst="rect">
            <a:avLst/>
          </a:prstGeom>
        </p:spPr>
      </p:pic>
      <p:pic>
        <p:nvPicPr>
          <p:cNvPr id="2" name="图片 1"/>
          <p:cNvPicPr>
            <a:picLocks noChangeAspect="1"/>
          </p:cNvPicPr>
          <p:nvPr/>
        </p:nvPicPr>
        <p:blipFill>
          <a:blip r:embed="rId3"/>
          <a:stretch>
            <a:fillRect/>
          </a:stretch>
        </p:blipFill>
        <p:spPr>
          <a:xfrm>
            <a:off x="4476" y="3523440"/>
            <a:ext cx="9139763" cy="1232562"/>
          </a:xfrm>
          <a:prstGeom prst="rect">
            <a:avLst/>
          </a:prstGeom>
        </p:spPr>
      </p:pic>
      <p:pic>
        <p:nvPicPr>
          <p:cNvPr id="3" name="图片 2"/>
          <p:cNvPicPr>
            <a:picLocks noChangeAspect="1"/>
          </p:cNvPicPr>
          <p:nvPr/>
        </p:nvPicPr>
        <p:blipFill>
          <a:blip r:embed="rId4"/>
          <a:stretch>
            <a:fillRect/>
          </a:stretch>
        </p:blipFill>
        <p:spPr>
          <a:xfrm>
            <a:off x="-43624" y="-290941"/>
            <a:ext cx="9235945" cy="6157296"/>
          </a:xfrm>
          <a:prstGeom prst="rect">
            <a:avLst/>
          </a:prstGeom>
        </p:spPr>
      </p:pic>
      <p:sp>
        <p:nvSpPr>
          <p:cNvPr id="6" name="文本框 5"/>
          <p:cNvSpPr txBox="1"/>
          <p:nvPr/>
        </p:nvSpPr>
        <p:spPr>
          <a:xfrm>
            <a:off x="619410" y="4387786"/>
            <a:ext cx="3796470" cy="274320"/>
          </a:xfrm>
          <a:prstGeom prst="rect">
            <a:avLst/>
          </a:prstGeom>
        </p:spPr>
        <p:txBody>
          <a:bodyPr anchor="ctr">
            <a:scene3d>
              <a:camera prst="legacyObliqueTopLeft">
                <a:rot lat="0" lon="0" rev="0"/>
              </a:camera>
              <a:lightRig rig="legacyFlat1" dir="tl"/>
            </a:scene3d>
          </a:bodyPr>
          <a:lstStyle/>
          <a:p>
            <a:pPr algn="l">
              <a:lnSpc>
                <a:spcPct val="113000"/>
              </a:lnSpc>
            </a:pPr>
            <a:r>
              <a:rPr sz="800" kern="45000" spc="900">
                <a:solidFill>
                  <a:srgbClr val="FFFFFF">
                    <a:alpha val="34000"/>
                  </a:srgbClr>
                </a:solidFill>
                <a:latin typeface="Noto Sans S Chinese Regular" panose="020B0500000000000000" pitchFamily="1" charset="-122"/>
                <a:ea typeface="Noto Sans S Chinese Regular" panose="020B0500000000000000" pitchFamily="1" charset="-122"/>
              </a:rPr>
              <a:t>请在此处添加具体内容，文字尽量言简意赅简单说明即可。请在此处添加具体内容。</a:t>
            </a:r>
          </a:p>
        </p:txBody>
      </p:sp>
      <p:sp>
        <p:nvSpPr>
          <p:cNvPr id="7" name="文本框 6"/>
          <p:cNvSpPr txBox="1"/>
          <p:nvPr/>
        </p:nvSpPr>
        <p:spPr>
          <a:xfrm>
            <a:off x="619410" y="1662731"/>
            <a:ext cx="2013934" cy="1462369"/>
          </a:xfrm>
          <a:prstGeom prst="rect">
            <a:avLst/>
          </a:prstGeom>
        </p:spPr>
        <p:txBody>
          <a:bodyPr anchor="ctr">
            <a:scene3d>
              <a:camera prst="legacyObliqueTopLeft">
                <a:rot lat="0" lon="0" rev="0"/>
              </a:camera>
              <a:lightRig rig="legacyFlat1" dir="tl"/>
            </a:scene3d>
          </a:bodyPr>
          <a:lstStyle/>
          <a:p>
            <a:pPr algn="just">
              <a:lnSpc>
                <a:spcPct val="112000"/>
              </a:lnSpc>
            </a:pPr>
            <a:r>
              <a:rPr sz="8530" b="1" kern="10000" spc="200">
                <a:solidFill>
                  <a:srgbClr val="FBE5D6">
                    <a:alpha val="100000"/>
                  </a:srgbClr>
                </a:solidFill>
                <a:latin typeface="方正小标宋简体" panose="03000509000000000000" pitchFamily="1" charset="-122"/>
                <a:ea typeface="方正小标宋简体" panose="03000509000000000000" pitchFamily="1" charset="-122"/>
              </a:rPr>
              <a:t>03.</a:t>
            </a:r>
          </a:p>
        </p:txBody>
      </p:sp>
      <p:sp>
        <p:nvSpPr>
          <p:cNvPr id="8" name="文本框 7"/>
          <p:cNvSpPr txBox="1"/>
          <p:nvPr/>
        </p:nvSpPr>
        <p:spPr>
          <a:xfrm>
            <a:off x="2533411" y="2002229"/>
            <a:ext cx="3264916" cy="579760"/>
          </a:xfrm>
          <a:prstGeom prst="rect">
            <a:avLst/>
          </a:prstGeom>
        </p:spPr>
        <p:txBody>
          <a:bodyPr anchor="ctr">
            <a:scene3d>
              <a:camera prst="legacyObliqueTopLeft">
                <a:rot lat="0" lon="0" rev="0"/>
              </a:camera>
              <a:lightRig rig="legacyFlat1" dir="tl"/>
            </a:scene3d>
          </a:bodyPr>
          <a:lstStyle/>
          <a:p>
            <a:pPr algn="just">
              <a:lnSpc>
                <a:spcPct val="113000"/>
              </a:lnSpc>
            </a:pPr>
            <a:r>
              <a:rPr sz="3380" kern="10000" spc="200">
                <a:solidFill>
                  <a:srgbClr val="FBE5D6">
                    <a:alpha val="100000"/>
                  </a:srgbClr>
                </a:solidFill>
                <a:latin typeface="方正小标宋简体" panose="03000509000000000000" pitchFamily="1" charset="-122"/>
                <a:ea typeface="方正小标宋简体" panose="03000509000000000000" pitchFamily="1" charset="-122"/>
              </a:rPr>
              <a:t>研究存在问题</a:t>
            </a:r>
          </a:p>
        </p:txBody>
      </p:sp>
      <p:sp>
        <p:nvSpPr>
          <p:cNvPr id="9" name="文本框 8"/>
          <p:cNvSpPr txBox="1"/>
          <p:nvPr/>
        </p:nvSpPr>
        <p:spPr>
          <a:xfrm>
            <a:off x="2352825" y="2581989"/>
            <a:ext cx="3296442" cy="205740"/>
          </a:xfrm>
          <a:prstGeom prst="rect">
            <a:avLst/>
          </a:prstGeom>
        </p:spPr>
        <p:txBody>
          <a:bodyPr anchor="ctr">
            <a:scene3d>
              <a:camera prst="legacyObliqueTopLeft">
                <a:rot lat="0" lon="0" rev="0"/>
              </a:camera>
              <a:lightRig rig="legacyFlat1" dir="tl"/>
            </a:scene3d>
          </a:bodyPr>
          <a:lstStyle/>
          <a:p>
            <a:pPr algn="ctr">
              <a:lnSpc>
                <a:spcPct val="113000"/>
              </a:lnSpc>
            </a:pPr>
            <a:r>
              <a:rPr sz="1200" kern="100" spc="0">
                <a:solidFill>
                  <a:srgbClr val="FBE5D6">
                    <a:alpha val="64000"/>
                  </a:srgbClr>
                </a:solidFill>
                <a:latin typeface="Noto Sans S Chinese Regular" panose="020B0500000000000000" pitchFamily="1" charset="-122"/>
                <a:ea typeface="Noto Sans S Chinese Regular" panose="020B0500000000000000" pitchFamily="1" charset="-122"/>
              </a:rPr>
              <a:t>只争朝夕，不负韶华/不忘初心，砥砺前行</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2"/>
          <a:stretch>
            <a:fillRect/>
          </a:stretch>
        </p:blipFill>
        <p:spPr>
          <a:xfrm>
            <a:off x="0" y="0"/>
            <a:ext cx="9144000" cy="5143500"/>
          </a:xfrm>
          <a:prstGeom prst="rect">
            <a:avLst/>
          </a:prstGeom>
        </p:spPr>
      </p:pic>
      <p:pic>
        <p:nvPicPr>
          <p:cNvPr id="2" name="图片 1"/>
          <p:cNvPicPr>
            <a:picLocks noChangeAspect="1"/>
          </p:cNvPicPr>
          <p:nvPr/>
        </p:nvPicPr>
        <p:blipFill>
          <a:blip r:embed="rId3"/>
          <a:stretch>
            <a:fillRect/>
          </a:stretch>
        </p:blipFill>
        <p:spPr>
          <a:xfrm rot="21599999">
            <a:off x="473042" y="1395102"/>
            <a:ext cx="2857500" cy="102876"/>
          </a:xfrm>
          <a:prstGeom prst="rect">
            <a:avLst/>
          </a:prstGeom>
        </p:spPr>
      </p:pic>
      <p:sp>
        <p:nvSpPr>
          <p:cNvPr id="10" name="文本框 9"/>
          <p:cNvSpPr txBox="1"/>
          <p:nvPr/>
        </p:nvSpPr>
        <p:spPr>
          <a:xfrm>
            <a:off x="1501425" y="1716738"/>
            <a:ext cx="1004159" cy="285750"/>
          </a:xfrm>
          <a:prstGeom prst="rect">
            <a:avLst/>
          </a:prstGeom>
        </p:spPr>
        <p:txBody>
          <a:bodyPr anchor="ctr">
            <a:scene3d>
              <a:camera prst="legacyObliqueTopLeft">
                <a:rot lat="0" lon="0" rev="0"/>
              </a:camera>
              <a:lightRig rig="legacyFlat1" dir="tl"/>
            </a:scene3d>
          </a:bodyPr>
          <a:lstStyle/>
          <a:p>
            <a:pPr algn="just">
              <a:lnSpc>
                <a:spcPct val="113000"/>
              </a:lnSpc>
            </a:pPr>
            <a:r>
              <a:rPr sz="1665" kern="100" spc="0">
                <a:solidFill>
                  <a:srgbClr val="7E0C6E">
                    <a:alpha val="100000"/>
                  </a:srgbClr>
                </a:solidFill>
                <a:latin typeface="Alibaba PuHuiTi Medium" panose="02010800040101010101" pitchFamily="1" charset="-122"/>
                <a:ea typeface="Alibaba PuHuiTi Medium" panose="02010800040101010101" pitchFamily="1" charset="-122"/>
              </a:rPr>
              <a:t>小标题</a:t>
            </a:r>
          </a:p>
        </p:txBody>
      </p:sp>
      <p:sp>
        <p:nvSpPr>
          <p:cNvPr id="11" name="文本框 10"/>
          <p:cNvSpPr txBox="1"/>
          <p:nvPr/>
        </p:nvSpPr>
        <p:spPr>
          <a:xfrm>
            <a:off x="489169" y="2098317"/>
            <a:ext cx="2568405" cy="800100"/>
          </a:xfrm>
          <a:prstGeom prst="rect">
            <a:avLst/>
          </a:prstGeom>
        </p:spPr>
        <p:txBody>
          <a:bodyPr anchor="ctr">
            <a:scene3d>
              <a:camera prst="legacyObliqueTopLeft">
                <a:rot lat="0" lon="0" rev="0"/>
              </a:camera>
              <a:lightRig rig="legacyFlat1" dir="tl"/>
            </a:scene3d>
          </a:bodyPr>
          <a:lstStyle/>
          <a:p>
            <a:pPr algn="ctr">
              <a:lnSpc>
                <a:spcPct val="113000"/>
              </a:lnSpc>
            </a:pPr>
            <a:r>
              <a:rPr sz="935" kern="10000" spc="200">
                <a:solidFill>
                  <a:srgbClr val="000000">
                    <a:alpha val="70000"/>
                  </a:srgbClr>
                </a:solidFill>
                <a:latin typeface="Noto Sans S Chinese Regular" panose="020B0500000000000000" pitchFamily="1" charset="-122"/>
                <a:ea typeface="Noto Sans S Chinese Regular" panose="020B0500000000000000" pitchFamily="1" charset="-122"/>
              </a:rPr>
              <a:t>请在此处添加具体内容，文字尽量言简意赅简单说明即可。请在此处添加具体内容。请在此处添加具体内容，文字尽量言简意赅简单说明即可。请在此处添加具体内容。</a:t>
            </a:r>
          </a:p>
        </p:txBody>
      </p:sp>
      <p:sp>
        <p:nvSpPr>
          <p:cNvPr id="12" name="文本框 11"/>
          <p:cNvSpPr txBox="1"/>
          <p:nvPr/>
        </p:nvSpPr>
        <p:spPr>
          <a:xfrm rot="5400000">
            <a:off x="7152227" y="4790170"/>
            <a:ext cx="3613591"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flaws  01</a:t>
            </a:r>
          </a:p>
        </p:txBody>
      </p:sp>
      <p:sp>
        <p:nvSpPr>
          <p:cNvPr id="13" name="文本框 12"/>
          <p:cNvSpPr txBox="1"/>
          <p:nvPr/>
        </p:nvSpPr>
        <p:spPr>
          <a:xfrm>
            <a:off x="409860" y="463391"/>
            <a:ext cx="1862432" cy="342900"/>
          </a:xfrm>
          <a:prstGeom prst="rect">
            <a:avLst/>
          </a:prstGeom>
        </p:spPr>
        <p:txBody>
          <a:bodyPr anchor="ctr">
            <a:scene3d>
              <a:camera prst="legacyObliqueTopLeft">
                <a:rot lat="0" lon="0" rev="0"/>
              </a:camera>
              <a:lightRig rig="legacyFlat1" dir="tl"/>
            </a:scene3d>
          </a:bodyPr>
          <a:lstStyle/>
          <a:p>
            <a:pPr algn="l">
              <a:lnSpc>
                <a:spcPct val="113000"/>
              </a:lnSpc>
            </a:pPr>
            <a:r>
              <a:rPr sz="2000" kern="10000" spc="200">
                <a:solidFill>
                  <a:srgbClr val="666666">
                    <a:alpha val="100000"/>
                  </a:srgbClr>
                </a:solidFill>
                <a:latin typeface="Alibaba PuHuiTi Bold" panose="02010800040101010101" pitchFamily="1" charset="-122"/>
                <a:ea typeface="Alibaba PuHuiTi Bold" panose="02010800040101010101" pitchFamily="1" charset="-122"/>
              </a:rPr>
              <a:t>研究存在问题</a:t>
            </a:r>
          </a:p>
        </p:txBody>
      </p:sp>
      <p:sp>
        <p:nvSpPr>
          <p:cNvPr id="14" name="文本框 13"/>
          <p:cNvSpPr txBox="1"/>
          <p:nvPr/>
        </p:nvSpPr>
        <p:spPr>
          <a:xfrm>
            <a:off x="2581894" y="520541"/>
            <a:ext cx="3530179"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flaws</a:t>
            </a:r>
          </a:p>
        </p:txBody>
      </p:sp>
      <p:pic>
        <p:nvPicPr>
          <p:cNvPr id="3" name="图片 2"/>
          <p:cNvPicPr>
            <a:picLocks noChangeAspect="1"/>
          </p:cNvPicPr>
          <p:nvPr/>
        </p:nvPicPr>
        <p:blipFill>
          <a:blip r:embed="rId4"/>
          <a:stretch>
            <a:fillRect/>
          </a:stretch>
        </p:blipFill>
        <p:spPr>
          <a:xfrm rot="5400000">
            <a:off x="2284380" y="622696"/>
            <a:ext cx="266277" cy="24210"/>
          </a:xfrm>
          <a:prstGeom prst="rect">
            <a:avLst/>
          </a:prstGeom>
        </p:spPr>
      </p:pic>
      <p:pic>
        <p:nvPicPr>
          <p:cNvPr id="4" name="图片 3"/>
          <p:cNvPicPr>
            <a:picLocks noChangeAspect="1"/>
          </p:cNvPicPr>
          <p:nvPr/>
        </p:nvPicPr>
        <p:blipFill>
          <a:blip r:embed="rId3"/>
          <a:stretch>
            <a:fillRect/>
          </a:stretch>
        </p:blipFill>
        <p:spPr>
          <a:xfrm rot="21599999">
            <a:off x="409860" y="3270599"/>
            <a:ext cx="2857500" cy="102876"/>
          </a:xfrm>
          <a:prstGeom prst="rect">
            <a:avLst/>
          </a:prstGeom>
        </p:spPr>
      </p:pic>
      <p:sp>
        <p:nvSpPr>
          <p:cNvPr id="15" name="文本框 14"/>
          <p:cNvSpPr txBox="1"/>
          <p:nvPr/>
        </p:nvSpPr>
        <p:spPr>
          <a:xfrm>
            <a:off x="1438227" y="3592210"/>
            <a:ext cx="1004159" cy="285750"/>
          </a:xfrm>
          <a:prstGeom prst="rect">
            <a:avLst/>
          </a:prstGeom>
        </p:spPr>
        <p:txBody>
          <a:bodyPr anchor="ctr">
            <a:scene3d>
              <a:camera prst="legacyObliqueTopLeft">
                <a:rot lat="0" lon="0" rev="0"/>
              </a:camera>
              <a:lightRig rig="legacyFlat1" dir="tl"/>
            </a:scene3d>
          </a:bodyPr>
          <a:lstStyle/>
          <a:p>
            <a:pPr algn="just">
              <a:lnSpc>
                <a:spcPct val="113000"/>
              </a:lnSpc>
            </a:pPr>
            <a:r>
              <a:rPr sz="1665" kern="100" spc="0">
                <a:solidFill>
                  <a:srgbClr val="7E0C6E">
                    <a:alpha val="100000"/>
                  </a:srgbClr>
                </a:solidFill>
                <a:latin typeface="Alibaba PuHuiTi Medium" panose="02010800040101010101" pitchFamily="1" charset="-122"/>
                <a:ea typeface="Alibaba PuHuiTi Medium" panose="02010800040101010101" pitchFamily="1" charset="-122"/>
              </a:rPr>
              <a:t>小标题</a:t>
            </a:r>
          </a:p>
        </p:txBody>
      </p:sp>
      <p:sp>
        <p:nvSpPr>
          <p:cNvPr id="16" name="文本框 15"/>
          <p:cNvSpPr txBox="1"/>
          <p:nvPr/>
        </p:nvSpPr>
        <p:spPr>
          <a:xfrm>
            <a:off x="425982" y="3973830"/>
            <a:ext cx="2568405" cy="800100"/>
          </a:xfrm>
          <a:prstGeom prst="rect">
            <a:avLst/>
          </a:prstGeom>
        </p:spPr>
        <p:txBody>
          <a:bodyPr anchor="ctr">
            <a:scene3d>
              <a:camera prst="legacyObliqueTopLeft">
                <a:rot lat="0" lon="0" rev="0"/>
              </a:camera>
              <a:lightRig rig="legacyFlat1" dir="tl"/>
            </a:scene3d>
          </a:bodyPr>
          <a:lstStyle/>
          <a:p>
            <a:pPr algn="ctr">
              <a:lnSpc>
                <a:spcPct val="113000"/>
              </a:lnSpc>
            </a:pPr>
            <a:r>
              <a:rPr sz="935" kern="10000" spc="200">
                <a:solidFill>
                  <a:srgbClr val="000000">
                    <a:alpha val="70000"/>
                  </a:srgbClr>
                </a:solidFill>
                <a:latin typeface="Noto Sans S Chinese Regular" panose="020B0500000000000000" pitchFamily="1" charset="-122"/>
                <a:ea typeface="Noto Sans S Chinese Regular" panose="020B0500000000000000" pitchFamily="1" charset="-122"/>
              </a:rPr>
              <a:t>请在此处添加具体内容，文字尽量言简意赅简单说明即可。请在此处添加具体内容。请在此处添加具体内容，文字尽量言简意赅简单说明即可。请在此处添加具体内容。</a:t>
            </a:r>
          </a:p>
        </p:txBody>
      </p:sp>
      <p:pic>
        <p:nvPicPr>
          <p:cNvPr id="5" name="图片 4"/>
          <p:cNvPicPr>
            <a:picLocks noChangeAspect="1"/>
          </p:cNvPicPr>
          <p:nvPr/>
        </p:nvPicPr>
        <p:blipFill>
          <a:blip r:embed="rId3"/>
          <a:stretch>
            <a:fillRect/>
          </a:stretch>
        </p:blipFill>
        <p:spPr>
          <a:xfrm rot="21599999">
            <a:off x="3708225" y="1395126"/>
            <a:ext cx="2857500" cy="102876"/>
          </a:xfrm>
          <a:prstGeom prst="rect">
            <a:avLst/>
          </a:prstGeom>
        </p:spPr>
      </p:pic>
      <p:sp>
        <p:nvSpPr>
          <p:cNvPr id="17" name="文本框 16"/>
          <p:cNvSpPr txBox="1"/>
          <p:nvPr/>
        </p:nvSpPr>
        <p:spPr>
          <a:xfrm>
            <a:off x="4736592" y="1716738"/>
            <a:ext cx="1004159" cy="285750"/>
          </a:xfrm>
          <a:prstGeom prst="rect">
            <a:avLst/>
          </a:prstGeom>
        </p:spPr>
        <p:txBody>
          <a:bodyPr anchor="ctr">
            <a:scene3d>
              <a:camera prst="legacyObliqueTopLeft">
                <a:rot lat="0" lon="0" rev="0"/>
              </a:camera>
              <a:lightRig rig="legacyFlat1" dir="tl"/>
            </a:scene3d>
          </a:bodyPr>
          <a:lstStyle/>
          <a:p>
            <a:pPr algn="just">
              <a:lnSpc>
                <a:spcPct val="113000"/>
              </a:lnSpc>
            </a:pPr>
            <a:r>
              <a:rPr sz="1665" kern="100" spc="0">
                <a:solidFill>
                  <a:srgbClr val="7E0C6E">
                    <a:alpha val="100000"/>
                  </a:srgbClr>
                </a:solidFill>
                <a:latin typeface="Alibaba PuHuiTi Medium" panose="02010800040101010101" pitchFamily="1" charset="-122"/>
                <a:ea typeface="Alibaba PuHuiTi Medium" panose="02010800040101010101" pitchFamily="1" charset="-122"/>
              </a:rPr>
              <a:t>小标题</a:t>
            </a:r>
          </a:p>
        </p:txBody>
      </p:sp>
      <p:sp>
        <p:nvSpPr>
          <p:cNvPr id="18" name="文本框 17"/>
          <p:cNvSpPr txBox="1"/>
          <p:nvPr/>
        </p:nvSpPr>
        <p:spPr>
          <a:xfrm>
            <a:off x="3724346" y="2098357"/>
            <a:ext cx="2568405" cy="800100"/>
          </a:xfrm>
          <a:prstGeom prst="rect">
            <a:avLst/>
          </a:prstGeom>
        </p:spPr>
        <p:txBody>
          <a:bodyPr anchor="ctr">
            <a:scene3d>
              <a:camera prst="legacyObliqueTopLeft">
                <a:rot lat="0" lon="0" rev="0"/>
              </a:camera>
              <a:lightRig rig="legacyFlat1" dir="tl"/>
            </a:scene3d>
          </a:bodyPr>
          <a:lstStyle/>
          <a:p>
            <a:pPr algn="ctr">
              <a:lnSpc>
                <a:spcPct val="113000"/>
              </a:lnSpc>
            </a:pPr>
            <a:r>
              <a:rPr sz="935" kern="10000" spc="200">
                <a:solidFill>
                  <a:srgbClr val="000000">
                    <a:alpha val="70000"/>
                  </a:srgbClr>
                </a:solidFill>
                <a:latin typeface="Noto Sans S Chinese Regular" panose="020B0500000000000000" pitchFamily="1" charset="-122"/>
                <a:ea typeface="Noto Sans S Chinese Regular" panose="020B0500000000000000" pitchFamily="1" charset="-122"/>
              </a:rPr>
              <a:t>请在此处添加具体内容，文字尽量言简意赅简单说明即可。请在此处添加具体内容。请在此处添加具体内容，文字尽量言简意赅简单说明即可。请在此处添加具体内容。</a:t>
            </a:r>
          </a:p>
        </p:txBody>
      </p:sp>
      <p:pic>
        <p:nvPicPr>
          <p:cNvPr id="6" name="图片 5"/>
          <p:cNvPicPr>
            <a:picLocks noChangeAspect="1"/>
          </p:cNvPicPr>
          <p:nvPr/>
        </p:nvPicPr>
        <p:blipFill>
          <a:blip r:embed="rId3"/>
          <a:stretch>
            <a:fillRect/>
          </a:stretch>
        </p:blipFill>
        <p:spPr>
          <a:xfrm rot="21599999">
            <a:off x="3645027" y="3270599"/>
            <a:ext cx="2857500" cy="102876"/>
          </a:xfrm>
          <a:prstGeom prst="rect">
            <a:avLst/>
          </a:prstGeom>
        </p:spPr>
      </p:pic>
      <p:sp>
        <p:nvSpPr>
          <p:cNvPr id="19" name="文本框 18"/>
          <p:cNvSpPr txBox="1"/>
          <p:nvPr/>
        </p:nvSpPr>
        <p:spPr>
          <a:xfrm>
            <a:off x="4673393" y="3592210"/>
            <a:ext cx="1004159" cy="285750"/>
          </a:xfrm>
          <a:prstGeom prst="rect">
            <a:avLst/>
          </a:prstGeom>
        </p:spPr>
        <p:txBody>
          <a:bodyPr anchor="ctr">
            <a:scene3d>
              <a:camera prst="legacyObliqueTopLeft">
                <a:rot lat="0" lon="0" rev="0"/>
              </a:camera>
              <a:lightRig rig="legacyFlat1" dir="tl"/>
            </a:scene3d>
          </a:bodyPr>
          <a:lstStyle/>
          <a:p>
            <a:pPr algn="just">
              <a:lnSpc>
                <a:spcPct val="113000"/>
              </a:lnSpc>
            </a:pPr>
            <a:r>
              <a:rPr sz="1665" kern="100" spc="0">
                <a:solidFill>
                  <a:srgbClr val="7E0C6E">
                    <a:alpha val="100000"/>
                  </a:srgbClr>
                </a:solidFill>
                <a:latin typeface="Alibaba PuHuiTi Medium" panose="02010800040101010101" pitchFamily="1" charset="-122"/>
                <a:ea typeface="Alibaba PuHuiTi Medium" panose="02010800040101010101" pitchFamily="1" charset="-122"/>
              </a:rPr>
              <a:t>小标题</a:t>
            </a:r>
          </a:p>
        </p:txBody>
      </p:sp>
      <p:sp>
        <p:nvSpPr>
          <p:cNvPr id="20" name="文本框 19"/>
          <p:cNvSpPr txBox="1"/>
          <p:nvPr/>
        </p:nvSpPr>
        <p:spPr>
          <a:xfrm>
            <a:off x="3661148" y="3973830"/>
            <a:ext cx="2568405" cy="800100"/>
          </a:xfrm>
          <a:prstGeom prst="rect">
            <a:avLst/>
          </a:prstGeom>
        </p:spPr>
        <p:txBody>
          <a:bodyPr anchor="ctr">
            <a:scene3d>
              <a:camera prst="legacyObliqueTopLeft">
                <a:rot lat="0" lon="0" rev="0"/>
              </a:camera>
              <a:lightRig rig="legacyFlat1" dir="tl"/>
            </a:scene3d>
          </a:bodyPr>
          <a:lstStyle/>
          <a:p>
            <a:pPr algn="ctr">
              <a:lnSpc>
                <a:spcPct val="113000"/>
              </a:lnSpc>
            </a:pPr>
            <a:r>
              <a:rPr sz="935" kern="10000" spc="200">
                <a:solidFill>
                  <a:srgbClr val="000000">
                    <a:alpha val="70000"/>
                  </a:srgbClr>
                </a:solidFill>
                <a:latin typeface="Noto Sans S Chinese Regular" panose="020B0500000000000000" pitchFamily="1" charset="-122"/>
                <a:ea typeface="Noto Sans S Chinese Regular" panose="020B0500000000000000" pitchFamily="1" charset="-122"/>
              </a:rPr>
              <a:t>请在此处添加具体内容，文字尽量言简意赅简单说明即可。请在此处添加具体内容。请在此处添加具体内容，文字尽量言简意赅简单说明即可。请在此处添加具体内容。</a:t>
            </a:r>
          </a:p>
        </p:txBody>
      </p:sp>
      <p:pic>
        <p:nvPicPr>
          <p:cNvPr id="7" name="图片 6"/>
          <p:cNvPicPr>
            <a:picLocks noChangeAspect="1"/>
          </p:cNvPicPr>
          <p:nvPr/>
        </p:nvPicPr>
        <p:blipFill>
          <a:blip r:embed="rId5"/>
          <a:stretch>
            <a:fillRect/>
          </a:stretch>
        </p:blipFill>
        <p:spPr>
          <a:xfrm>
            <a:off x="6794658" y="1371314"/>
            <a:ext cx="1838938" cy="1225823"/>
          </a:xfrm>
          <a:prstGeom prst="rect">
            <a:avLst/>
          </a:prstGeom>
        </p:spPr>
      </p:pic>
      <p:pic>
        <p:nvPicPr>
          <p:cNvPr id="8" name="图片 7"/>
          <p:cNvPicPr>
            <a:picLocks noChangeAspect="1"/>
          </p:cNvPicPr>
          <p:nvPr/>
        </p:nvPicPr>
        <p:blipFill>
          <a:blip r:embed="rId6"/>
          <a:stretch>
            <a:fillRect/>
          </a:stretch>
        </p:blipFill>
        <p:spPr>
          <a:xfrm>
            <a:off x="6779894" y="3277409"/>
            <a:ext cx="1827780" cy="12185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0" y="0"/>
            <a:ext cx="9144000" cy="5143500"/>
          </a:xfrm>
          <a:prstGeom prst="rect">
            <a:avLst/>
          </a:prstGeom>
        </p:spPr>
      </p:pic>
      <p:pic>
        <p:nvPicPr>
          <p:cNvPr id="2" name="图片 1"/>
          <p:cNvPicPr>
            <a:picLocks noChangeAspect="1"/>
          </p:cNvPicPr>
          <p:nvPr/>
        </p:nvPicPr>
        <p:blipFill>
          <a:blip r:embed="rId3"/>
          <a:stretch>
            <a:fillRect/>
          </a:stretch>
        </p:blipFill>
        <p:spPr>
          <a:xfrm>
            <a:off x="451389" y="1176906"/>
            <a:ext cx="2659532" cy="1756463"/>
          </a:xfrm>
          <a:prstGeom prst="rect">
            <a:avLst/>
          </a:prstGeom>
        </p:spPr>
      </p:pic>
      <p:pic>
        <p:nvPicPr>
          <p:cNvPr id="3" name="图片 2"/>
          <p:cNvPicPr>
            <a:picLocks noChangeAspect="1"/>
          </p:cNvPicPr>
          <p:nvPr/>
        </p:nvPicPr>
        <p:blipFill>
          <a:blip r:embed="rId4"/>
          <a:stretch>
            <a:fillRect/>
          </a:stretch>
        </p:blipFill>
        <p:spPr>
          <a:xfrm>
            <a:off x="5843015" y="3060477"/>
            <a:ext cx="2585449" cy="1756463"/>
          </a:xfrm>
          <a:prstGeom prst="rect">
            <a:avLst/>
          </a:prstGeom>
        </p:spPr>
      </p:pic>
      <p:sp>
        <p:nvSpPr>
          <p:cNvPr id="8" name="文本框 7"/>
          <p:cNvSpPr txBox="1"/>
          <p:nvPr/>
        </p:nvSpPr>
        <p:spPr>
          <a:xfrm>
            <a:off x="7858615" y="1604627"/>
            <a:ext cx="986091" cy="716026"/>
          </a:xfrm>
          <a:prstGeom prst="rect">
            <a:avLst/>
          </a:prstGeom>
        </p:spPr>
        <p:txBody>
          <a:bodyPr anchor="ctr">
            <a:scene3d>
              <a:camera prst="legacyObliqueTopLeft">
                <a:rot lat="0" lon="0" rev="0"/>
              </a:camera>
              <a:lightRig rig="legacyFlat1" dir="tl"/>
            </a:scene3d>
          </a:bodyPr>
          <a:lstStyle/>
          <a:p>
            <a:pPr algn="just">
              <a:lnSpc>
                <a:spcPct val="113000"/>
              </a:lnSpc>
            </a:pPr>
            <a:r>
              <a:rPr sz="4175" kern="10000" spc="200">
                <a:solidFill>
                  <a:srgbClr val="7E0C6E">
                    <a:alpha val="100000"/>
                  </a:srgbClr>
                </a:solidFill>
                <a:latin typeface="方正小标宋简体" panose="03000509000000000000" pitchFamily="1" charset="-122"/>
                <a:ea typeface="方正小标宋简体" panose="03000509000000000000" pitchFamily="1" charset="-122"/>
              </a:rPr>
              <a:t>01</a:t>
            </a:r>
          </a:p>
        </p:txBody>
      </p:sp>
      <p:sp>
        <p:nvSpPr>
          <p:cNvPr id="9" name="文本框 8"/>
          <p:cNvSpPr txBox="1"/>
          <p:nvPr/>
        </p:nvSpPr>
        <p:spPr>
          <a:xfrm>
            <a:off x="354985" y="3608581"/>
            <a:ext cx="986091" cy="716026"/>
          </a:xfrm>
          <a:prstGeom prst="rect">
            <a:avLst/>
          </a:prstGeom>
        </p:spPr>
        <p:txBody>
          <a:bodyPr anchor="ctr">
            <a:scene3d>
              <a:camera prst="legacyObliqueTopLeft">
                <a:rot lat="0" lon="0" rev="0"/>
              </a:camera>
              <a:lightRig rig="legacyFlat1" dir="tl"/>
            </a:scene3d>
          </a:bodyPr>
          <a:lstStyle/>
          <a:p>
            <a:pPr algn="just">
              <a:lnSpc>
                <a:spcPct val="113000"/>
              </a:lnSpc>
            </a:pPr>
            <a:r>
              <a:rPr sz="4175" kern="10000" spc="200" dirty="0">
                <a:solidFill>
                  <a:srgbClr val="7E0C6E">
                    <a:alpha val="100000"/>
                  </a:srgbClr>
                </a:solidFill>
                <a:latin typeface="方正小标宋简体" panose="03000509000000000000" pitchFamily="1" charset="-122"/>
                <a:ea typeface="方正小标宋简体" panose="03000509000000000000" pitchFamily="1" charset="-122"/>
              </a:rPr>
              <a:t>02</a:t>
            </a:r>
          </a:p>
        </p:txBody>
      </p:sp>
      <p:sp>
        <p:nvSpPr>
          <p:cNvPr id="10" name="文本框 9"/>
          <p:cNvSpPr txBox="1"/>
          <p:nvPr/>
        </p:nvSpPr>
        <p:spPr>
          <a:xfrm>
            <a:off x="4104074" y="1176906"/>
            <a:ext cx="1135191" cy="285750"/>
          </a:xfrm>
          <a:prstGeom prst="rect">
            <a:avLst/>
          </a:prstGeom>
        </p:spPr>
        <p:txBody>
          <a:bodyPr anchor="ctr">
            <a:scene3d>
              <a:camera prst="legacyObliqueTopLeft">
                <a:rot lat="0" lon="0" rev="0"/>
              </a:camera>
              <a:lightRig rig="legacyFlat1" dir="tl"/>
            </a:scene3d>
          </a:bodyPr>
          <a:lstStyle/>
          <a:p>
            <a:pPr algn="just">
              <a:lnSpc>
                <a:spcPct val="113000"/>
              </a:lnSpc>
            </a:pPr>
            <a:r>
              <a:rPr lang="zh-CN" altLang="en-US" sz="1665" kern="100" spc="0" dirty="0">
                <a:solidFill>
                  <a:srgbClr val="7E0C6E">
                    <a:alpha val="100000"/>
                  </a:srgbClr>
                </a:solidFill>
                <a:latin typeface="Alibaba PuHuiTi Medium" panose="02010800040101010101" pitchFamily="1" charset="-122"/>
                <a:ea typeface="Alibaba PuHuiTi Medium" panose="02010800040101010101" pitchFamily="1" charset="-122"/>
              </a:rPr>
              <a:t>小标题</a:t>
            </a:r>
            <a:r>
              <a:rPr lang="en-US" altLang="zh-CN" sz="1665" kern="100" spc="0" dirty="0">
                <a:solidFill>
                  <a:srgbClr val="7E0C6E">
                    <a:alpha val="100000"/>
                  </a:srgbClr>
                </a:solidFill>
                <a:latin typeface="Alibaba PuHuiTi Medium" panose="02010800040101010101" pitchFamily="1" charset="-122"/>
                <a:ea typeface="Alibaba PuHuiTi Medium" panose="02010800040101010101" pitchFamily="1" charset="-122"/>
              </a:rPr>
              <a:t>1</a:t>
            </a:r>
            <a:endParaRPr sz="1665" kern="100" spc="0" dirty="0">
              <a:solidFill>
                <a:srgbClr val="7E0C6E">
                  <a:alpha val="100000"/>
                </a:srgbClr>
              </a:solidFill>
              <a:latin typeface="Alibaba PuHuiTi Medium" panose="02010800040101010101" pitchFamily="1" charset="-122"/>
              <a:ea typeface="Alibaba PuHuiTi Medium" panose="02010800040101010101" pitchFamily="1" charset="-122"/>
            </a:endParaRPr>
          </a:p>
        </p:txBody>
      </p:sp>
      <p:sp>
        <p:nvSpPr>
          <p:cNvPr id="11" name="文本框 10"/>
          <p:cNvSpPr txBox="1"/>
          <p:nvPr/>
        </p:nvSpPr>
        <p:spPr>
          <a:xfrm>
            <a:off x="4104074" y="1642601"/>
            <a:ext cx="3641601" cy="960120"/>
          </a:xfrm>
          <a:prstGeom prst="rect">
            <a:avLst/>
          </a:prstGeom>
        </p:spPr>
        <p:txBody>
          <a:bodyPr anchor="ctr">
            <a:scene3d>
              <a:camera prst="legacyObliqueTopLeft">
                <a:rot lat="0" lon="0" rev="0"/>
              </a:camera>
              <a:lightRig rig="legacyFlat1" dir="tl"/>
            </a:scene3d>
          </a:bodyPr>
          <a:lstStyle/>
          <a:p>
            <a:pPr algn="l">
              <a:lnSpc>
                <a:spcPct val="113000"/>
              </a:lnSpc>
            </a:pPr>
            <a:r>
              <a:rPr sz="935" kern="10000" spc="200">
                <a:solidFill>
                  <a:srgbClr val="000000">
                    <a:alpha val="70000"/>
                  </a:srgbClr>
                </a:solidFill>
                <a:latin typeface="Alibaba PuHuiTi Regular" panose="02010800040101010101" pitchFamily="1" charset="-122"/>
                <a:ea typeface="Alibaba PuHuiTi Regular" panose="02010800040101010101" pitchFamily="1" charset="-122"/>
              </a:rPr>
              <a:t>请在此处添加具体内容，文字尽量言简意赅简单说明即可。请在此处添加具体内容。请在此处添加具体内容，文字尽量言简意赅简单说明即可。请在此处添加具体内容。请在此处添加具体内容，文字尽量言简意赅简单说明即可。请在此处添加具体内容。请在此处添加具体内容，文字尽量言简意赅简单说明即可。请在此处添加具体内容。</a:t>
            </a:r>
          </a:p>
        </p:txBody>
      </p:sp>
      <p:pic>
        <p:nvPicPr>
          <p:cNvPr id="4" name="图片 3"/>
          <p:cNvPicPr>
            <a:picLocks noChangeAspect="1"/>
          </p:cNvPicPr>
          <p:nvPr/>
        </p:nvPicPr>
        <p:blipFill>
          <a:blip r:embed="rId5"/>
          <a:stretch>
            <a:fillRect/>
          </a:stretch>
        </p:blipFill>
        <p:spPr>
          <a:xfrm rot="5400000">
            <a:off x="4591006" y="977859"/>
            <a:ext cx="32844" cy="1016689"/>
          </a:xfrm>
          <a:prstGeom prst="rect">
            <a:avLst/>
          </a:prstGeom>
        </p:spPr>
      </p:pic>
      <p:sp>
        <p:nvSpPr>
          <p:cNvPr id="12" name="文本框 11"/>
          <p:cNvSpPr txBox="1"/>
          <p:nvPr/>
        </p:nvSpPr>
        <p:spPr>
          <a:xfrm>
            <a:off x="3831910" y="3124457"/>
            <a:ext cx="1124755" cy="285750"/>
          </a:xfrm>
          <a:prstGeom prst="rect">
            <a:avLst/>
          </a:prstGeom>
        </p:spPr>
        <p:txBody>
          <a:bodyPr anchor="ctr">
            <a:scene3d>
              <a:camera prst="legacyObliqueTopLeft">
                <a:rot lat="0" lon="0" rev="0"/>
              </a:camera>
              <a:lightRig rig="legacyFlat1" dir="tl"/>
            </a:scene3d>
          </a:bodyPr>
          <a:lstStyle/>
          <a:p>
            <a:pPr algn="just">
              <a:lnSpc>
                <a:spcPct val="113000"/>
              </a:lnSpc>
            </a:pPr>
            <a:r>
              <a:rPr lang="zh-CN" altLang="en-US" sz="1665" kern="100" spc="0" dirty="0">
                <a:solidFill>
                  <a:srgbClr val="7E0C6E">
                    <a:alpha val="100000"/>
                  </a:srgbClr>
                </a:solidFill>
                <a:latin typeface="Alibaba PuHuiTi Medium" panose="02010800040101010101" pitchFamily="1" charset="-122"/>
                <a:ea typeface="Alibaba PuHuiTi Medium" panose="02010800040101010101" pitchFamily="1" charset="-122"/>
              </a:rPr>
              <a:t>小标题</a:t>
            </a:r>
            <a:r>
              <a:rPr lang="en-US" altLang="zh-CN" sz="1665" kern="100" spc="0" dirty="0">
                <a:solidFill>
                  <a:srgbClr val="7E0C6E">
                    <a:alpha val="100000"/>
                  </a:srgbClr>
                </a:solidFill>
                <a:latin typeface="Alibaba PuHuiTi Medium" panose="02010800040101010101" pitchFamily="1" charset="-122"/>
                <a:ea typeface="Alibaba PuHuiTi Medium" panose="02010800040101010101" pitchFamily="1" charset="-122"/>
              </a:rPr>
              <a:t>2</a:t>
            </a:r>
            <a:endParaRPr sz="1665" kern="100" spc="0" dirty="0">
              <a:solidFill>
                <a:srgbClr val="7E0C6E">
                  <a:alpha val="100000"/>
                </a:srgbClr>
              </a:solidFill>
              <a:latin typeface="Alibaba PuHuiTi Medium" panose="02010800040101010101" pitchFamily="1" charset="-122"/>
              <a:ea typeface="Alibaba PuHuiTi Medium" panose="02010800040101010101" pitchFamily="1" charset="-122"/>
            </a:endParaRPr>
          </a:p>
        </p:txBody>
      </p:sp>
      <p:sp>
        <p:nvSpPr>
          <p:cNvPr id="13" name="文本框 12"/>
          <p:cNvSpPr txBox="1"/>
          <p:nvPr/>
        </p:nvSpPr>
        <p:spPr>
          <a:xfrm>
            <a:off x="1101913" y="3632958"/>
            <a:ext cx="3641601" cy="960120"/>
          </a:xfrm>
          <a:prstGeom prst="rect">
            <a:avLst/>
          </a:prstGeom>
        </p:spPr>
        <p:txBody>
          <a:bodyPr anchor="ctr">
            <a:scene3d>
              <a:camera prst="legacyObliqueTopLeft">
                <a:rot lat="0" lon="0" rev="0"/>
              </a:camera>
              <a:lightRig rig="legacyFlat1" dir="tl"/>
            </a:scene3d>
          </a:bodyPr>
          <a:lstStyle/>
          <a:p>
            <a:pPr algn="r">
              <a:lnSpc>
                <a:spcPct val="113000"/>
              </a:lnSpc>
            </a:pPr>
            <a:r>
              <a:rPr sz="935" kern="10000" spc="200" dirty="0">
                <a:solidFill>
                  <a:srgbClr val="000000">
                    <a:alpha val="70000"/>
                  </a:srgbClr>
                </a:solidFill>
                <a:latin typeface="Alibaba PuHuiTi Regular" panose="02010800040101010101" pitchFamily="1" charset="-122"/>
                <a:ea typeface="Alibaba PuHuiTi Regular" panose="02010800040101010101" pitchFamily="1" charset="-122"/>
              </a:rPr>
              <a:t>请在此处添加具体内容，文字尽量言简意赅简单说明即可。请在此处添加具体内容。请在此处添加具体内容，文字尽量言简意赅简单说明即可。请在此处添加具体内容。请在此处添加具体内容，文字尽量言简意赅简单说明即可。请在此处添加具体内容。请在此处添加具体内容，文字尽量言简意赅简单说明即可。请在此处添加具体内容。</a:t>
            </a:r>
          </a:p>
        </p:txBody>
      </p:sp>
      <p:pic>
        <p:nvPicPr>
          <p:cNvPr id="5" name="图片 4"/>
          <p:cNvPicPr>
            <a:picLocks noChangeAspect="1"/>
          </p:cNvPicPr>
          <p:nvPr/>
        </p:nvPicPr>
        <p:blipFill>
          <a:blip r:embed="rId5"/>
          <a:stretch>
            <a:fillRect/>
          </a:stretch>
        </p:blipFill>
        <p:spPr>
          <a:xfrm rot="5400000">
            <a:off x="4267937" y="2926240"/>
            <a:ext cx="32844" cy="1016689"/>
          </a:xfrm>
          <a:prstGeom prst="rect">
            <a:avLst/>
          </a:prstGeom>
        </p:spPr>
      </p:pic>
      <p:sp>
        <p:nvSpPr>
          <p:cNvPr id="14" name="文本框 13"/>
          <p:cNvSpPr txBox="1"/>
          <p:nvPr/>
        </p:nvSpPr>
        <p:spPr>
          <a:xfrm>
            <a:off x="409860" y="463391"/>
            <a:ext cx="1862432" cy="342900"/>
          </a:xfrm>
          <a:prstGeom prst="rect">
            <a:avLst/>
          </a:prstGeom>
        </p:spPr>
        <p:txBody>
          <a:bodyPr anchor="ctr">
            <a:scene3d>
              <a:camera prst="legacyObliqueTopLeft">
                <a:rot lat="0" lon="0" rev="0"/>
              </a:camera>
              <a:lightRig rig="legacyFlat1" dir="tl"/>
            </a:scene3d>
          </a:bodyPr>
          <a:lstStyle/>
          <a:p>
            <a:pPr algn="l">
              <a:lnSpc>
                <a:spcPct val="113000"/>
              </a:lnSpc>
            </a:pPr>
            <a:r>
              <a:rPr sz="2000" kern="10000" spc="200">
                <a:solidFill>
                  <a:srgbClr val="666666">
                    <a:alpha val="100000"/>
                  </a:srgbClr>
                </a:solidFill>
                <a:latin typeface="Alibaba PuHuiTi Bold" panose="02010800040101010101" pitchFamily="1" charset="-122"/>
                <a:ea typeface="Alibaba PuHuiTi Bold" panose="02010800040101010101" pitchFamily="1" charset="-122"/>
              </a:rPr>
              <a:t>研究存在问题</a:t>
            </a:r>
          </a:p>
        </p:txBody>
      </p:sp>
      <p:sp>
        <p:nvSpPr>
          <p:cNvPr id="15" name="文本框 14"/>
          <p:cNvSpPr txBox="1"/>
          <p:nvPr/>
        </p:nvSpPr>
        <p:spPr>
          <a:xfrm>
            <a:off x="2581894" y="520541"/>
            <a:ext cx="3530179"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flaws</a:t>
            </a:r>
          </a:p>
        </p:txBody>
      </p:sp>
      <p:pic>
        <p:nvPicPr>
          <p:cNvPr id="6" name="图片 5"/>
          <p:cNvPicPr>
            <a:picLocks noChangeAspect="1"/>
          </p:cNvPicPr>
          <p:nvPr/>
        </p:nvPicPr>
        <p:blipFill>
          <a:blip r:embed="rId6"/>
          <a:stretch>
            <a:fillRect/>
          </a:stretch>
        </p:blipFill>
        <p:spPr>
          <a:xfrm rot="5400000">
            <a:off x="2284380" y="622696"/>
            <a:ext cx="266277" cy="24210"/>
          </a:xfrm>
          <a:prstGeom prst="rect">
            <a:avLst/>
          </a:prstGeom>
        </p:spPr>
      </p:pic>
      <p:sp>
        <p:nvSpPr>
          <p:cNvPr id="16" name="文本框 15"/>
          <p:cNvSpPr txBox="1"/>
          <p:nvPr/>
        </p:nvSpPr>
        <p:spPr>
          <a:xfrm rot="5400000">
            <a:off x="7152227" y="4790170"/>
            <a:ext cx="3613591"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flaws  02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0" y="0"/>
            <a:ext cx="9144000" cy="5143500"/>
          </a:xfrm>
          <a:prstGeom prst="rect">
            <a:avLst/>
          </a:prstGeom>
        </p:spPr>
      </p:pic>
      <p:pic>
        <p:nvPicPr>
          <p:cNvPr id="2" name="图片 1"/>
          <p:cNvPicPr>
            <a:picLocks noChangeAspect="1"/>
          </p:cNvPicPr>
          <p:nvPr/>
        </p:nvPicPr>
        <p:blipFill>
          <a:blip r:embed="rId3"/>
          <a:stretch>
            <a:fillRect/>
          </a:stretch>
        </p:blipFill>
        <p:spPr>
          <a:xfrm>
            <a:off x="2396215" y="1325933"/>
            <a:ext cx="1728936" cy="1453588"/>
          </a:xfrm>
          <a:prstGeom prst="rect">
            <a:avLst/>
          </a:prstGeom>
        </p:spPr>
      </p:pic>
      <p:pic>
        <p:nvPicPr>
          <p:cNvPr id="3" name="图片 2"/>
          <p:cNvPicPr>
            <a:picLocks noChangeAspect="1"/>
          </p:cNvPicPr>
          <p:nvPr/>
        </p:nvPicPr>
        <p:blipFill>
          <a:blip r:embed="rId4"/>
          <a:stretch>
            <a:fillRect/>
          </a:stretch>
        </p:blipFill>
        <p:spPr>
          <a:xfrm>
            <a:off x="469342" y="1286580"/>
            <a:ext cx="1728936" cy="1453588"/>
          </a:xfrm>
          <a:prstGeom prst="rect">
            <a:avLst/>
          </a:prstGeom>
        </p:spPr>
      </p:pic>
      <p:sp>
        <p:nvSpPr>
          <p:cNvPr id="11" name="文本框 10"/>
          <p:cNvSpPr txBox="1"/>
          <p:nvPr/>
        </p:nvSpPr>
        <p:spPr>
          <a:xfrm>
            <a:off x="409848" y="463368"/>
            <a:ext cx="1862432" cy="342900"/>
          </a:xfrm>
          <a:prstGeom prst="rect">
            <a:avLst/>
          </a:prstGeom>
        </p:spPr>
        <p:txBody>
          <a:bodyPr anchor="ctr">
            <a:scene3d>
              <a:camera prst="legacyObliqueTopLeft">
                <a:rot lat="0" lon="0" rev="0"/>
              </a:camera>
              <a:lightRig rig="legacyFlat1" dir="tl"/>
            </a:scene3d>
          </a:bodyPr>
          <a:lstStyle/>
          <a:p>
            <a:pPr algn="l">
              <a:lnSpc>
                <a:spcPct val="113000"/>
              </a:lnSpc>
            </a:pPr>
            <a:r>
              <a:rPr sz="2000" kern="10000" spc="200">
                <a:solidFill>
                  <a:srgbClr val="666666">
                    <a:alpha val="100000"/>
                  </a:srgbClr>
                </a:solidFill>
                <a:latin typeface="Alibaba PuHuiTi Bold" panose="02010800040101010101" pitchFamily="1" charset="-122"/>
                <a:ea typeface="Alibaba PuHuiTi Bold" panose="02010800040101010101" pitchFamily="1" charset="-122"/>
              </a:rPr>
              <a:t>研究存在问题</a:t>
            </a:r>
          </a:p>
        </p:txBody>
      </p:sp>
      <p:sp>
        <p:nvSpPr>
          <p:cNvPr id="12" name="文本框 11"/>
          <p:cNvSpPr txBox="1"/>
          <p:nvPr/>
        </p:nvSpPr>
        <p:spPr>
          <a:xfrm>
            <a:off x="2581905" y="520518"/>
            <a:ext cx="3530179"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flaws</a:t>
            </a:r>
          </a:p>
        </p:txBody>
      </p:sp>
      <p:pic>
        <p:nvPicPr>
          <p:cNvPr id="4" name="图片 3"/>
          <p:cNvPicPr>
            <a:picLocks noChangeAspect="1"/>
          </p:cNvPicPr>
          <p:nvPr/>
        </p:nvPicPr>
        <p:blipFill>
          <a:blip r:embed="rId5"/>
          <a:stretch>
            <a:fillRect/>
          </a:stretch>
        </p:blipFill>
        <p:spPr>
          <a:xfrm rot="5400000">
            <a:off x="2284384" y="622713"/>
            <a:ext cx="266277" cy="24210"/>
          </a:xfrm>
          <a:prstGeom prst="rect">
            <a:avLst/>
          </a:prstGeom>
        </p:spPr>
      </p:pic>
      <p:sp>
        <p:nvSpPr>
          <p:cNvPr id="13" name="文本框 12"/>
          <p:cNvSpPr txBox="1"/>
          <p:nvPr/>
        </p:nvSpPr>
        <p:spPr>
          <a:xfrm>
            <a:off x="4893611" y="1474898"/>
            <a:ext cx="1553943" cy="285750"/>
          </a:xfrm>
          <a:prstGeom prst="rect">
            <a:avLst/>
          </a:prstGeom>
        </p:spPr>
        <p:txBody>
          <a:bodyPr anchor="ctr">
            <a:scene3d>
              <a:camera prst="legacyObliqueTopLeft">
                <a:rot lat="0" lon="0" rev="0"/>
              </a:camera>
              <a:lightRig rig="legacyFlat1" dir="tl"/>
            </a:scene3d>
          </a:bodyPr>
          <a:lstStyle/>
          <a:p>
            <a:pPr algn="just">
              <a:lnSpc>
                <a:spcPct val="113000"/>
              </a:lnSpc>
            </a:pPr>
            <a:r>
              <a:rPr sz="1665" kern="100" spc="0">
                <a:solidFill>
                  <a:srgbClr val="7E0C6E">
                    <a:alpha val="100000"/>
                  </a:srgbClr>
                </a:solidFill>
                <a:latin typeface="Alibaba PuHuiTi Medium" panose="02010800040101010101" pitchFamily="1" charset="-122"/>
                <a:ea typeface="Alibaba PuHuiTi Medium" panose="02010800040101010101" pitchFamily="1" charset="-122"/>
              </a:rPr>
              <a:t>这是一个标题</a:t>
            </a:r>
          </a:p>
        </p:txBody>
      </p:sp>
      <p:sp>
        <p:nvSpPr>
          <p:cNvPr id="14" name="文本框 13"/>
          <p:cNvSpPr txBox="1"/>
          <p:nvPr/>
        </p:nvSpPr>
        <p:spPr>
          <a:xfrm>
            <a:off x="5437459" y="3750960"/>
            <a:ext cx="3006474" cy="640080"/>
          </a:xfrm>
          <a:prstGeom prst="rect">
            <a:avLst/>
          </a:prstGeom>
        </p:spPr>
        <p:txBody>
          <a:bodyPr anchor="ctr">
            <a:scene3d>
              <a:camera prst="legacyObliqueTopLeft">
                <a:rot lat="0" lon="0" rev="0"/>
              </a:camera>
              <a:lightRig rig="legacyFlat1" dir="tl"/>
            </a:scene3d>
          </a:bodyPr>
          <a:lstStyle/>
          <a:p>
            <a:pPr algn="l">
              <a:lnSpc>
                <a:spcPct val="113000"/>
              </a:lnSpc>
            </a:pPr>
            <a:r>
              <a:rPr sz="935" kern="10000" spc="200">
                <a:solidFill>
                  <a:srgbClr val="000000">
                    <a:alpha val="70000"/>
                  </a:srgbClr>
                </a:solidFill>
                <a:latin typeface="Alibaba PuHuiTi Regular" panose="02010800040101010101" pitchFamily="1" charset="-122"/>
                <a:ea typeface="Alibaba PuHuiTi Regular" panose="02010800040101010101" pitchFamily="1" charset="-122"/>
              </a:rPr>
              <a:t>请在此处添加具体内容，文字尽量言简意赅简单说明即可。请在此处添加具体内容。请在此处添加具体内容，文字尽量言简意赅简单说明即可。请在此处添加具体内容。</a:t>
            </a:r>
          </a:p>
        </p:txBody>
      </p:sp>
      <p:pic>
        <p:nvPicPr>
          <p:cNvPr id="5" name="图片 4"/>
          <p:cNvPicPr>
            <a:picLocks noChangeAspect="1"/>
          </p:cNvPicPr>
          <p:nvPr/>
        </p:nvPicPr>
        <p:blipFill>
          <a:blip r:embed="rId6"/>
          <a:stretch>
            <a:fillRect/>
          </a:stretch>
        </p:blipFill>
        <p:spPr>
          <a:xfrm>
            <a:off x="4894190" y="3852878"/>
            <a:ext cx="276224" cy="276225"/>
          </a:xfrm>
          <a:prstGeom prst="rect">
            <a:avLst/>
          </a:prstGeom>
        </p:spPr>
      </p:pic>
      <p:sp>
        <p:nvSpPr>
          <p:cNvPr id="15" name="文本框 14"/>
          <p:cNvSpPr txBox="1"/>
          <p:nvPr/>
        </p:nvSpPr>
        <p:spPr>
          <a:xfrm>
            <a:off x="5437459" y="2862570"/>
            <a:ext cx="3006474" cy="640080"/>
          </a:xfrm>
          <a:prstGeom prst="rect">
            <a:avLst/>
          </a:prstGeom>
        </p:spPr>
        <p:txBody>
          <a:bodyPr anchor="ctr">
            <a:scene3d>
              <a:camera prst="legacyObliqueTopLeft">
                <a:rot lat="0" lon="0" rev="0"/>
              </a:camera>
              <a:lightRig rig="legacyFlat1" dir="tl"/>
            </a:scene3d>
          </a:bodyPr>
          <a:lstStyle/>
          <a:p>
            <a:pPr algn="l">
              <a:lnSpc>
                <a:spcPct val="113000"/>
              </a:lnSpc>
            </a:pPr>
            <a:r>
              <a:rPr sz="935" kern="10000" spc="200">
                <a:solidFill>
                  <a:srgbClr val="000000">
                    <a:alpha val="70000"/>
                  </a:srgbClr>
                </a:solidFill>
                <a:latin typeface="Alibaba PuHuiTi Regular" panose="02010800040101010101" pitchFamily="1" charset="-122"/>
                <a:ea typeface="Alibaba PuHuiTi Regular" panose="02010800040101010101" pitchFamily="1" charset="-122"/>
              </a:rPr>
              <a:t>请在此处添加具体内容，文字尽量言简意赅简单说明即可。请在此处添加具体内容。请在此处添加具体内容，文字尽量言简意赅简单说明即可。请在此处添加具体内容。</a:t>
            </a:r>
          </a:p>
        </p:txBody>
      </p:sp>
      <p:pic>
        <p:nvPicPr>
          <p:cNvPr id="6" name="图片 5"/>
          <p:cNvPicPr>
            <a:picLocks noChangeAspect="1"/>
          </p:cNvPicPr>
          <p:nvPr/>
        </p:nvPicPr>
        <p:blipFill>
          <a:blip r:embed="rId7"/>
          <a:stretch>
            <a:fillRect/>
          </a:stretch>
        </p:blipFill>
        <p:spPr>
          <a:xfrm>
            <a:off x="4894190" y="2964487"/>
            <a:ext cx="276225" cy="276225"/>
          </a:xfrm>
          <a:prstGeom prst="rect">
            <a:avLst/>
          </a:prstGeom>
        </p:spPr>
      </p:pic>
      <p:sp>
        <p:nvSpPr>
          <p:cNvPr id="16" name="文本框 15"/>
          <p:cNvSpPr txBox="1"/>
          <p:nvPr/>
        </p:nvSpPr>
        <p:spPr>
          <a:xfrm>
            <a:off x="5437459" y="1951367"/>
            <a:ext cx="3006474" cy="640080"/>
          </a:xfrm>
          <a:prstGeom prst="rect">
            <a:avLst/>
          </a:prstGeom>
        </p:spPr>
        <p:txBody>
          <a:bodyPr anchor="ctr">
            <a:scene3d>
              <a:camera prst="legacyObliqueTopLeft">
                <a:rot lat="0" lon="0" rev="0"/>
              </a:camera>
              <a:lightRig rig="legacyFlat1" dir="tl"/>
            </a:scene3d>
          </a:bodyPr>
          <a:lstStyle/>
          <a:p>
            <a:pPr algn="l">
              <a:lnSpc>
                <a:spcPct val="113000"/>
              </a:lnSpc>
            </a:pPr>
            <a:r>
              <a:rPr sz="935" kern="10000" spc="200">
                <a:solidFill>
                  <a:srgbClr val="000000">
                    <a:alpha val="70000"/>
                  </a:srgbClr>
                </a:solidFill>
                <a:latin typeface="Alibaba PuHuiTi Regular" panose="02010800040101010101" pitchFamily="1" charset="-122"/>
                <a:ea typeface="Alibaba PuHuiTi Regular" panose="02010800040101010101" pitchFamily="1" charset="-122"/>
              </a:rPr>
              <a:t>请在此处添加具体内容，文字尽量言简意赅简单说明即可。请在此处添加具体内容。请在此处添加具体内容，文字尽量言简意赅简单说明即可。请在此处添加具体内容。</a:t>
            </a:r>
          </a:p>
        </p:txBody>
      </p:sp>
      <p:pic>
        <p:nvPicPr>
          <p:cNvPr id="7" name="图片 6"/>
          <p:cNvPicPr>
            <a:picLocks noChangeAspect="1"/>
          </p:cNvPicPr>
          <p:nvPr/>
        </p:nvPicPr>
        <p:blipFill>
          <a:blip r:embed="rId8"/>
          <a:stretch>
            <a:fillRect/>
          </a:stretch>
        </p:blipFill>
        <p:spPr>
          <a:xfrm>
            <a:off x="4893632" y="2052727"/>
            <a:ext cx="277340" cy="277340"/>
          </a:xfrm>
          <a:prstGeom prst="rect">
            <a:avLst/>
          </a:prstGeom>
        </p:spPr>
      </p:pic>
      <p:pic>
        <p:nvPicPr>
          <p:cNvPr id="8" name="图片 7"/>
          <p:cNvPicPr>
            <a:picLocks noChangeAspect="1"/>
          </p:cNvPicPr>
          <p:nvPr/>
        </p:nvPicPr>
        <p:blipFill>
          <a:blip r:embed="rId9"/>
          <a:stretch>
            <a:fillRect/>
          </a:stretch>
        </p:blipFill>
        <p:spPr>
          <a:xfrm>
            <a:off x="2371249" y="2999785"/>
            <a:ext cx="1728936" cy="1453588"/>
          </a:xfrm>
          <a:prstGeom prst="rect">
            <a:avLst/>
          </a:prstGeom>
        </p:spPr>
      </p:pic>
      <p:pic>
        <p:nvPicPr>
          <p:cNvPr id="9" name="图片 8"/>
          <p:cNvPicPr>
            <a:picLocks noChangeAspect="1"/>
          </p:cNvPicPr>
          <p:nvPr/>
        </p:nvPicPr>
        <p:blipFill>
          <a:blip r:embed="rId10"/>
          <a:stretch>
            <a:fillRect/>
          </a:stretch>
        </p:blipFill>
        <p:spPr>
          <a:xfrm>
            <a:off x="444376" y="2960432"/>
            <a:ext cx="1728936" cy="1453588"/>
          </a:xfrm>
          <a:prstGeom prst="rect">
            <a:avLst/>
          </a:prstGeom>
        </p:spPr>
      </p:pic>
      <p:sp>
        <p:nvSpPr>
          <p:cNvPr id="17" name="文本框 16"/>
          <p:cNvSpPr txBox="1"/>
          <p:nvPr/>
        </p:nvSpPr>
        <p:spPr>
          <a:xfrm rot="5400000">
            <a:off x="7152227" y="4790170"/>
            <a:ext cx="3613591"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flaws  03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0" y="0"/>
            <a:ext cx="9144000" cy="5143500"/>
          </a:xfrm>
          <a:prstGeom prst="rect">
            <a:avLst/>
          </a:prstGeom>
        </p:spPr>
      </p:pic>
      <p:pic>
        <p:nvPicPr>
          <p:cNvPr id="2" name="图片 1"/>
          <p:cNvPicPr>
            <a:picLocks noChangeAspect="1"/>
          </p:cNvPicPr>
          <p:nvPr/>
        </p:nvPicPr>
        <p:blipFill>
          <a:blip r:embed="rId3"/>
          <a:stretch>
            <a:fillRect/>
          </a:stretch>
        </p:blipFill>
        <p:spPr>
          <a:xfrm>
            <a:off x="4476" y="3523440"/>
            <a:ext cx="9139763" cy="1232562"/>
          </a:xfrm>
          <a:prstGeom prst="rect">
            <a:avLst/>
          </a:prstGeom>
        </p:spPr>
      </p:pic>
      <p:pic>
        <p:nvPicPr>
          <p:cNvPr id="3" name="图片 2"/>
          <p:cNvPicPr>
            <a:picLocks noChangeAspect="1"/>
          </p:cNvPicPr>
          <p:nvPr/>
        </p:nvPicPr>
        <p:blipFill>
          <a:blip r:embed="rId4"/>
          <a:stretch>
            <a:fillRect/>
          </a:stretch>
        </p:blipFill>
        <p:spPr>
          <a:xfrm>
            <a:off x="-43624" y="-290941"/>
            <a:ext cx="9235945" cy="6157296"/>
          </a:xfrm>
          <a:prstGeom prst="rect">
            <a:avLst/>
          </a:prstGeom>
        </p:spPr>
      </p:pic>
      <p:sp>
        <p:nvSpPr>
          <p:cNvPr id="6" name="文本框 5"/>
          <p:cNvSpPr txBox="1"/>
          <p:nvPr/>
        </p:nvSpPr>
        <p:spPr>
          <a:xfrm>
            <a:off x="227456" y="4302061"/>
            <a:ext cx="3796470" cy="274320"/>
          </a:xfrm>
          <a:prstGeom prst="rect">
            <a:avLst/>
          </a:prstGeom>
        </p:spPr>
        <p:txBody>
          <a:bodyPr anchor="ctr">
            <a:scene3d>
              <a:camera prst="legacyObliqueTopLeft">
                <a:rot lat="0" lon="0" rev="0"/>
              </a:camera>
              <a:lightRig rig="legacyFlat1" dir="tl"/>
            </a:scene3d>
          </a:bodyPr>
          <a:lstStyle/>
          <a:p>
            <a:pPr algn="l">
              <a:lnSpc>
                <a:spcPct val="113000"/>
              </a:lnSpc>
            </a:pPr>
            <a:r>
              <a:rPr sz="800" kern="45000" spc="900">
                <a:solidFill>
                  <a:srgbClr val="FFFFFF">
                    <a:alpha val="34000"/>
                  </a:srgbClr>
                </a:solidFill>
                <a:latin typeface="Noto Sans S Chinese Regular" panose="020B0500000000000000" pitchFamily="1" charset="-122"/>
                <a:ea typeface="Noto Sans S Chinese Regular" panose="020B0500000000000000" pitchFamily="1" charset="-122"/>
              </a:rPr>
              <a:t>请在此处添加具体内容，文字尽量言简意赅简单说明即可。请在此处添加具体内容。</a:t>
            </a:r>
          </a:p>
        </p:txBody>
      </p:sp>
      <p:sp>
        <p:nvSpPr>
          <p:cNvPr id="7" name="文本框 6"/>
          <p:cNvSpPr txBox="1"/>
          <p:nvPr/>
        </p:nvSpPr>
        <p:spPr>
          <a:xfrm>
            <a:off x="619410" y="1662731"/>
            <a:ext cx="2013934" cy="1462369"/>
          </a:xfrm>
          <a:prstGeom prst="rect">
            <a:avLst/>
          </a:prstGeom>
        </p:spPr>
        <p:txBody>
          <a:bodyPr anchor="ctr">
            <a:scene3d>
              <a:camera prst="legacyObliqueTopLeft">
                <a:rot lat="0" lon="0" rev="0"/>
              </a:camera>
              <a:lightRig rig="legacyFlat1" dir="tl"/>
            </a:scene3d>
          </a:bodyPr>
          <a:lstStyle/>
          <a:p>
            <a:pPr algn="just">
              <a:lnSpc>
                <a:spcPct val="112000"/>
              </a:lnSpc>
            </a:pPr>
            <a:r>
              <a:rPr sz="8530" b="1" kern="10000" spc="200">
                <a:solidFill>
                  <a:srgbClr val="FBE5D6">
                    <a:alpha val="100000"/>
                  </a:srgbClr>
                </a:solidFill>
                <a:latin typeface="方正小标宋简体" panose="03000509000000000000" pitchFamily="1" charset="-122"/>
                <a:ea typeface="方正小标宋简体" panose="03000509000000000000" pitchFamily="1" charset="-122"/>
              </a:rPr>
              <a:t>04.</a:t>
            </a:r>
          </a:p>
        </p:txBody>
      </p:sp>
      <p:sp>
        <p:nvSpPr>
          <p:cNvPr id="8" name="文本框 7"/>
          <p:cNvSpPr txBox="1"/>
          <p:nvPr/>
        </p:nvSpPr>
        <p:spPr>
          <a:xfrm>
            <a:off x="2533411" y="2002229"/>
            <a:ext cx="3264916" cy="579760"/>
          </a:xfrm>
          <a:prstGeom prst="rect">
            <a:avLst/>
          </a:prstGeom>
        </p:spPr>
        <p:txBody>
          <a:bodyPr anchor="ctr">
            <a:scene3d>
              <a:camera prst="legacyObliqueTopLeft">
                <a:rot lat="0" lon="0" rev="0"/>
              </a:camera>
              <a:lightRig rig="legacyFlat1" dir="tl"/>
            </a:scene3d>
          </a:bodyPr>
          <a:lstStyle/>
          <a:p>
            <a:pPr algn="just">
              <a:lnSpc>
                <a:spcPct val="113000"/>
              </a:lnSpc>
            </a:pPr>
            <a:r>
              <a:rPr sz="3380" kern="10000" spc="200">
                <a:solidFill>
                  <a:srgbClr val="FBE5D6">
                    <a:alpha val="100000"/>
                  </a:srgbClr>
                </a:solidFill>
                <a:latin typeface="方正小标宋简体" panose="03000509000000000000" pitchFamily="1" charset="-122"/>
                <a:ea typeface="方正小标宋简体" panose="03000509000000000000" pitchFamily="1" charset="-122"/>
              </a:rPr>
              <a:t>研究展望</a:t>
            </a:r>
          </a:p>
        </p:txBody>
      </p:sp>
      <p:sp>
        <p:nvSpPr>
          <p:cNvPr id="9" name="文本框 8"/>
          <p:cNvSpPr txBox="1"/>
          <p:nvPr/>
        </p:nvSpPr>
        <p:spPr>
          <a:xfrm>
            <a:off x="2352825" y="2581989"/>
            <a:ext cx="3296442" cy="205740"/>
          </a:xfrm>
          <a:prstGeom prst="rect">
            <a:avLst/>
          </a:prstGeom>
        </p:spPr>
        <p:txBody>
          <a:bodyPr anchor="ctr">
            <a:scene3d>
              <a:camera prst="legacyObliqueTopLeft">
                <a:rot lat="0" lon="0" rev="0"/>
              </a:camera>
              <a:lightRig rig="legacyFlat1" dir="tl"/>
            </a:scene3d>
          </a:bodyPr>
          <a:lstStyle/>
          <a:p>
            <a:pPr algn="ctr">
              <a:lnSpc>
                <a:spcPct val="113000"/>
              </a:lnSpc>
            </a:pPr>
            <a:r>
              <a:rPr sz="1200" kern="100" spc="0">
                <a:solidFill>
                  <a:srgbClr val="FBE5D6">
                    <a:alpha val="64000"/>
                  </a:srgbClr>
                </a:solidFill>
                <a:latin typeface="Noto Sans S Chinese Regular" panose="020B0500000000000000" pitchFamily="1" charset="-122"/>
                <a:ea typeface="Noto Sans S Chinese Regular" panose="020B0500000000000000" pitchFamily="1" charset="-122"/>
              </a:rPr>
              <a:t>只争朝夕，不负韶华/不忘初心，砥砺前行</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0" y="0"/>
            <a:ext cx="9144000" cy="5143500"/>
          </a:xfrm>
          <a:prstGeom prst="rect">
            <a:avLst/>
          </a:prstGeom>
        </p:spPr>
      </p:pic>
      <p:pic>
        <p:nvPicPr>
          <p:cNvPr id="2" name="图片 1"/>
          <p:cNvPicPr>
            <a:picLocks noChangeAspect="1"/>
          </p:cNvPicPr>
          <p:nvPr/>
        </p:nvPicPr>
        <p:blipFill>
          <a:blip r:embed="rId3"/>
          <a:stretch>
            <a:fillRect/>
          </a:stretch>
        </p:blipFill>
        <p:spPr>
          <a:xfrm>
            <a:off x="294560" y="3024616"/>
            <a:ext cx="1547234" cy="1728754"/>
          </a:xfrm>
          <a:prstGeom prst="rect">
            <a:avLst/>
          </a:prstGeom>
        </p:spPr>
      </p:pic>
      <p:pic>
        <p:nvPicPr>
          <p:cNvPr id="3" name="图片 2"/>
          <p:cNvPicPr>
            <a:picLocks noChangeAspect="1"/>
          </p:cNvPicPr>
          <p:nvPr/>
        </p:nvPicPr>
        <p:blipFill>
          <a:blip r:embed="rId4"/>
          <a:stretch>
            <a:fillRect/>
          </a:stretch>
        </p:blipFill>
        <p:spPr>
          <a:xfrm>
            <a:off x="2129170" y="3024616"/>
            <a:ext cx="1765438" cy="1728754"/>
          </a:xfrm>
          <a:prstGeom prst="rect">
            <a:avLst/>
          </a:prstGeom>
        </p:spPr>
      </p:pic>
      <p:sp>
        <p:nvSpPr>
          <p:cNvPr id="6" name="文本框 5"/>
          <p:cNvSpPr txBox="1"/>
          <p:nvPr/>
        </p:nvSpPr>
        <p:spPr>
          <a:xfrm>
            <a:off x="4847415" y="1107900"/>
            <a:ext cx="1004159" cy="285750"/>
          </a:xfrm>
          <a:prstGeom prst="rect">
            <a:avLst/>
          </a:prstGeom>
        </p:spPr>
        <p:txBody>
          <a:bodyPr anchor="ctr">
            <a:scene3d>
              <a:camera prst="legacyObliqueTopLeft">
                <a:rot lat="0" lon="0" rev="0"/>
              </a:camera>
              <a:lightRig rig="legacyFlat1" dir="tl"/>
            </a:scene3d>
          </a:bodyPr>
          <a:lstStyle/>
          <a:p>
            <a:pPr algn="l">
              <a:lnSpc>
                <a:spcPct val="113000"/>
              </a:lnSpc>
            </a:pPr>
            <a:r>
              <a:rPr sz="1665" kern="100" spc="0">
                <a:solidFill>
                  <a:srgbClr val="7E0C6E">
                    <a:alpha val="100000"/>
                  </a:srgbClr>
                </a:solidFill>
                <a:latin typeface="Alibaba PuHuiTi Medium" panose="02010800040101010101" pitchFamily="1" charset="-122"/>
                <a:ea typeface="Alibaba PuHuiTi Medium" panose="02010800040101010101" pitchFamily="1" charset="-122"/>
              </a:rPr>
              <a:t>小标题2</a:t>
            </a:r>
          </a:p>
        </p:txBody>
      </p:sp>
      <p:sp>
        <p:nvSpPr>
          <p:cNvPr id="7" name="文本框 6"/>
          <p:cNvSpPr txBox="1"/>
          <p:nvPr/>
        </p:nvSpPr>
        <p:spPr>
          <a:xfrm>
            <a:off x="4847415" y="1479756"/>
            <a:ext cx="3526910" cy="1120140"/>
          </a:xfrm>
          <a:prstGeom prst="rect">
            <a:avLst/>
          </a:prstGeom>
        </p:spPr>
        <p:txBody>
          <a:bodyPr anchor="ctr">
            <a:scene3d>
              <a:camera prst="legacyObliqueTopLeft">
                <a:rot lat="0" lon="0" rev="0"/>
              </a:camera>
              <a:lightRig rig="legacyFlat1" dir="tl"/>
            </a:scene3d>
          </a:bodyPr>
          <a:lstStyle/>
          <a:p>
            <a:pPr algn="l">
              <a:lnSpc>
                <a:spcPct val="113000"/>
              </a:lnSpc>
            </a:pPr>
            <a:r>
              <a:rPr sz="935" kern="10000" spc="200">
                <a:solidFill>
                  <a:srgbClr val="000000">
                    <a:alpha val="70000"/>
                  </a:srgbClr>
                </a:solidFill>
                <a:latin typeface="Alibaba PuHuiTi Regular" panose="02010800040101010101" pitchFamily="1" charset="-122"/>
                <a:ea typeface="Alibaba PuHuiTi Regular" panose="02010800040101010101" pitchFamily="1" charset="-122"/>
              </a:rPr>
              <a:t>请在此处添加具体内容，文字尽量言简意赅简单说明即可。请在此处添加具体内容。请在此处添加具体内容，文字尽量言简意赅简单说明即可。请在此处添加具体内容。请在此处添加具体内容，文字尽量言简意赅简单说明即可。请在此处添加具体内容。请在此处添加具体内容，文字尽量言简意赅简单说明即可。请在此处添加具体内容。</a:t>
            </a:r>
          </a:p>
        </p:txBody>
      </p:sp>
      <p:sp>
        <p:nvSpPr>
          <p:cNvPr id="8" name="文本框 7"/>
          <p:cNvSpPr txBox="1"/>
          <p:nvPr/>
        </p:nvSpPr>
        <p:spPr>
          <a:xfrm>
            <a:off x="4852463" y="3037046"/>
            <a:ext cx="1004159" cy="285750"/>
          </a:xfrm>
          <a:prstGeom prst="rect">
            <a:avLst/>
          </a:prstGeom>
        </p:spPr>
        <p:txBody>
          <a:bodyPr anchor="ctr">
            <a:scene3d>
              <a:camera prst="legacyObliqueTopLeft">
                <a:rot lat="0" lon="0" rev="0"/>
              </a:camera>
              <a:lightRig rig="legacyFlat1" dir="tl"/>
            </a:scene3d>
          </a:bodyPr>
          <a:lstStyle/>
          <a:p>
            <a:pPr algn="l">
              <a:lnSpc>
                <a:spcPct val="113000"/>
              </a:lnSpc>
            </a:pPr>
            <a:r>
              <a:rPr sz="1665" kern="100" spc="0">
                <a:solidFill>
                  <a:srgbClr val="7E0C6E">
                    <a:alpha val="100000"/>
                  </a:srgbClr>
                </a:solidFill>
                <a:latin typeface="Alibaba PuHuiTi Medium" panose="02010800040101010101" pitchFamily="1" charset="-122"/>
                <a:ea typeface="Alibaba PuHuiTi Medium" panose="02010800040101010101" pitchFamily="1" charset="-122"/>
              </a:rPr>
              <a:t>小标题3</a:t>
            </a:r>
          </a:p>
        </p:txBody>
      </p:sp>
      <p:sp>
        <p:nvSpPr>
          <p:cNvPr id="9" name="文本框 8"/>
          <p:cNvSpPr txBox="1"/>
          <p:nvPr/>
        </p:nvSpPr>
        <p:spPr>
          <a:xfrm>
            <a:off x="4852463" y="3408902"/>
            <a:ext cx="3526910" cy="1120140"/>
          </a:xfrm>
          <a:prstGeom prst="rect">
            <a:avLst/>
          </a:prstGeom>
        </p:spPr>
        <p:txBody>
          <a:bodyPr anchor="ctr">
            <a:scene3d>
              <a:camera prst="legacyObliqueTopLeft">
                <a:rot lat="0" lon="0" rev="0"/>
              </a:camera>
              <a:lightRig rig="legacyFlat1" dir="tl"/>
            </a:scene3d>
          </a:bodyPr>
          <a:lstStyle/>
          <a:p>
            <a:pPr algn="l">
              <a:lnSpc>
                <a:spcPct val="113000"/>
              </a:lnSpc>
            </a:pPr>
            <a:r>
              <a:rPr sz="935" kern="10000" spc="200">
                <a:solidFill>
                  <a:srgbClr val="000000">
                    <a:alpha val="70000"/>
                  </a:srgbClr>
                </a:solidFill>
                <a:latin typeface="Alibaba PuHuiTi Regular" panose="02010800040101010101" pitchFamily="1" charset="-122"/>
                <a:ea typeface="Alibaba PuHuiTi Regular" panose="02010800040101010101" pitchFamily="1" charset="-122"/>
              </a:rPr>
              <a:t>请在此处添加具体内容，文字尽量言简意赅简单说明即可。请在此处添加具体内容。请在此处添加具体内容，文字尽量言简意赅简单说明即可。请在此处添加具体内容。请在此处添加具体内容，文字尽量言简意赅简单说明即可。请在此处添加具体内容。请在此处添加具体内容，文字尽量言简意赅简单说明即可。请在此处添加具体内容。</a:t>
            </a:r>
          </a:p>
        </p:txBody>
      </p:sp>
      <p:sp>
        <p:nvSpPr>
          <p:cNvPr id="10" name="文本框 9"/>
          <p:cNvSpPr txBox="1"/>
          <p:nvPr/>
        </p:nvSpPr>
        <p:spPr>
          <a:xfrm>
            <a:off x="409860" y="463391"/>
            <a:ext cx="1862432" cy="342900"/>
          </a:xfrm>
          <a:prstGeom prst="rect">
            <a:avLst/>
          </a:prstGeom>
        </p:spPr>
        <p:txBody>
          <a:bodyPr anchor="ctr">
            <a:scene3d>
              <a:camera prst="legacyObliqueTopLeft">
                <a:rot lat="0" lon="0" rev="0"/>
              </a:camera>
              <a:lightRig rig="legacyFlat1" dir="tl"/>
            </a:scene3d>
          </a:bodyPr>
          <a:lstStyle/>
          <a:p>
            <a:pPr algn="l">
              <a:lnSpc>
                <a:spcPct val="113000"/>
              </a:lnSpc>
            </a:pPr>
            <a:r>
              <a:rPr sz="2000" kern="10000" spc="200">
                <a:solidFill>
                  <a:srgbClr val="666666">
                    <a:alpha val="100000"/>
                  </a:srgbClr>
                </a:solidFill>
                <a:latin typeface="Alibaba PuHuiTi Bold" panose="02010800040101010101" pitchFamily="1" charset="-122"/>
                <a:ea typeface="Alibaba PuHuiTi Bold" panose="02010800040101010101" pitchFamily="1" charset="-122"/>
              </a:rPr>
              <a:t>研究展望</a:t>
            </a:r>
          </a:p>
        </p:txBody>
      </p:sp>
      <p:sp>
        <p:nvSpPr>
          <p:cNvPr id="11" name="文本框 10"/>
          <p:cNvSpPr txBox="1"/>
          <p:nvPr/>
        </p:nvSpPr>
        <p:spPr>
          <a:xfrm>
            <a:off x="1920525" y="520541"/>
            <a:ext cx="3530179"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outlook</a:t>
            </a:r>
          </a:p>
        </p:txBody>
      </p:sp>
      <p:pic>
        <p:nvPicPr>
          <p:cNvPr id="4" name="图片 3"/>
          <p:cNvPicPr>
            <a:picLocks noChangeAspect="1"/>
          </p:cNvPicPr>
          <p:nvPr/>
        </p:nvPicPr>
        <p:blipFill>
          <a:blip r:embed="rId5"/>
          <a:stretch>
            <a:fillRect/>
          </a:stretch>
        </p:blipFill>
        <p:spPr>
          <a:xfrm rot="5400000">
            <a:off x="1623012" y="622696"/>
            <a:ext cx="266277" cy="24210"/>
          </a:xfrm>
          <a:prstGeom prst="rect">
            <a:avLst/>
          </a:prstGeom>
        </p:spPr>
      </p:pic>
      <p:sp>
        <p:nvSpPr>
          <p:cNvPr id="12" name="文本框 11"/>
          <p:cNvSpPr txBox="1"/>
          <p:nvPr/>
        </p:nvSpPr>
        <p:spPr>
          <a:xfrm>
            <a:off x="421100" y="1103423"/>
            <a:ext cx="1004159" cy="285750"/>
          </a:xfrm>
          <a:prstGeom prst="rect">
            <a:avLst/>
          </a:prstGeom>
        </p:spPr>
        <p:txBody>
          <a:bodyPr anchor="ctr">
            <a:scene3d>
              <a:camera prst="legacyObliqueTopLeft">
                <a:rot lat="0" lon="0" rev="0"/>
              </a:camera>
              <a:lightRig rig="legacyFlat1" dir="tl"/>
            </a:scene3d>
          </a:bodyPr>
          <a:lstStyle/>
          <a:p>
            <a:pPr algn="l">
              <a:lnSpc>
                <a:spcPct val="113000"/>
              </a:lnSpc>
            </a:pPr>
            <a:r>
              <a:rPr sz="1665" kern="100" spc="0">
                <a:solidFill>
                  <a:srgbClr val="7E0C6E">
                    <a:alpha val="100000"/>
                  </a:srgbClr>
                </a:solidFill>
                <a:latin typeface="Alibaba PuHuiTi Medium" panose="02010800040101010101" pitchFamily="1" charset="-122"/>
                <a:ea typeface="Alibaba PuHuiTi Medium" panose="02010800040101010101" pitchFamily="1" charset="-122"/>
              </a:rPr>
              <a:t>小标题1</a:t>
            </a:r>
          </a:p>
        </p:txBody>
      </p:sp>
      <p:sp>
        <p:nvSpPr>
          <p:cNvPr id="13" name="文本框 12"/>
          <p:cNvSpPr txBox="1"/>
          <p:nvPr/>
        </p:nvSpPr>
        <p:spPr>
          <a:xfrm>
            <a:off x="421100" y="1475279"/>
            <a:ext cx="3526910" cy="1120140"/>
          </a:xfrm>
          <a:prstGeom prst="rect">
            <a:avLst/>
          </a:prstGeom>
        </p:spPr>
        <p:txBody>
          <a:bodyPr anchor="ctr">
            <a:scene3d>
              <a:camera prst="legacyObliqueTopLeft">
                <a:rot lat="0" lon="0" rev="0"/>
              </a:camera>
              <a:lightRig rig="legacyFlat1" dir="tl"/>
            </a:scene3d>
          </a:bodyPr>
          <a:lstStyle/>
          <a:p>
            <a:pPr algn="l">
              <a:lnSpc>
                <a:spcPct val="113000"/>
              </a:lnSpc>
            </a:pPr>
            <a:r>
              <a:rPr sz="935" kern="10000" spc="200">
                <a:solidFill>
                  <a:srgbClr val="000000">
                    <a:alpha val="70000"/>
                  </a:srgbClr>
                </a:solidFill>
                <a:latin typeface="Alibaba PuHuiTi Regular" panose="02010800040101010101" pitchFamily="1" charset="-122"/>
                <a:ea typeface="Alibaba PuHuiTi Regular" panose="02010800040101010101" pitchFamily="1" charset="-122"/>
              </a:rPr>
              <a:t>请在此处添加具体内容，文字尽量言简意赅简单说明即可。请在此处添加具体内容。请在此处添加具体内容，文字尽量言简意赅简单说明即可。请在此处添加具体内容。请在此处添加具体内容，文字尽量言简意赅简单说明即可。请在此处添加具体内容。请在此处添加具体内容，文字尽量言简意赅简单说明即可。请在此处添加具体内容。</a:t>
            </a:r>
          </a:p>
        </p:txBody>
      </p:sp>
      <p:sp>
        <p:nvSpPr>
          <p:cNvPr id="14" name="文本框 13"/>
          <p:cNvSpPr txBox="1"/>
          <p:nvPr/>
        </p:nvSpPr>
        <p:spPr>
          <a:xfrm rot="5400000">
            <a:off x="7654623" y="4040171"/>
            <a:ext cx="2527624"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outlook  01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2"/>
          <a:stretch>
            <a:fillRect/>
          </a:stretch>
        </p:blipFill>
        <p:spPr>
          <a:xfrm>
            <a:off x="0" y="0"/>
            <a:ext cx="9144000" cy="5143500"/>
          </a:xfrm>
          <a:prstGeom prst="rect">
            <a:avLst/>
          </a:prstGeom>
        </p:spPr>
      </p:pic>
      <p:sp>
        <p:nvSpPr>
          <p:cNvPr id="14" name="文本框 13"/>
          <p:cNvSpPr txBox="1"/>
          <p:nvPr/>
        </p:nvSpPr>
        <p:spPr>
          <a:xfrm rot="5400000">
            <a:off x="7654623" y="4040171"/>
            <a:ext cx="2527624"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outlook  02</a:t>
            </a:r>
          </a:p>
        </p:txBody>
      </p:sp>
      <p:pic>
        <p:nvPicPr>
          <p:cNvPr id="2" name="图片 1"/>
          <p:cNvPicPr>
            <a:picLocks noChangeAspect="1"/>
          </p:cNvPicPr>
          <p:nvPr/>
        </p:nvPicPr>
        <p:blipFill>
          <a:blip r:embed="rId3"/>
          <a:stretch>
            <a:fillRect/>
          </a:stretch>
        </p:blipFill>
        <p:spPr>
          <a:xfrm rot="10799999">
            <a:off x="389427" y="2290079"/>
            <a:ext cx="3456162" cy="27574"/>
          </a:xfrm>
          <a:prstGeom prst="rect">
            <a:avLst/>
          </a:prstGeom>
        </p:spPr>
      </p:pic>
      <p:sp>
        <p:nvSpPr>
          <p:cNvPr id="15" name="文本框 14"/>
          <p:cNvSpPr txBox="1"/>
          <p:nvPr/>
        </p:nvSpPr>
        <p:spPr>
          <a:xfrm>
            <a:off x="487557" y="1723834"/>
            <a:ext cx="3403187" cy="480060"/>
          </a:xfrm>
          <a:prstGeom prst="rect">
            <a:avLst/>
          </a:prstGeom>
        </p:spPr>
        <p:txBody>
          <a:bodyPr anchor="ctr">
            <a:scene3d>
              <a:camera prst="legacyObliqueTopLeft">
                <a:rot lat="0" lon="0" rev="0"/>
              </a:camera>
              <a:lightRig rig="legacyFlat1" dir="tl"/>
            </a:scene3d>
          </a:bodyPr>
          <a:lstStyle/>
          <a:p>
            <a:pPr algn="l">
              <a:lnSpc>
                <a:spcPct val="113000"/>
              </a:lnSpc>
            </a:pPr>
            <a:r>
              <a:rPr sz="935" kern="10000" spc="200">
                <a:solidFill>
                  <a:srgbClr val="000000">
                    <a:alpha val="70000"/>
                  </a:srgbClr>
                </a:solidFill>
                <a:latin typeface="Alibaba PuHuiTi Regular" panose="02010800040101010101" pitchFamily="1" charset="-122"/>
                <a:ea typeface="Alibaba PuHuiTi Regular" panose="02010800040101010101" pitchFamily="1" charset="-122"/>
              </a:rPr>
              <a:t>请在此处添加具体内容，文字尽量言简意赅简单说明即可。请在此处添加具体内容。请在此处添加具体内容，文字尽量言简意赅简单说明即可。</a:t>
            </a:r>
          </a:p>
        </p:txBody>
      </p:sp>
      <p:sp>
        <p:nvSpPr>
          <p:cNvPr id="16" name="文本框 15"/>
          <p:cNvSpPr txBox="1"/>
          <p:nvPr/>
        </p:nvSpPr>
        <p:spPr>
          <a:xfrm>
            <a:off x="734335" y="1339745"/>
            <a:ext cx="1004159" cy="285750"/>
          </a:xfrm>
          <a:prstGeom prst="rect">
            <a:avLst/>
          </a:prstGeom>
        </p:spPr>
        <p:txBody>
          <a:bodyPr anchor="ctr">
            <a:scene3d>
              <a:camera prst="legacyObliqueTopLeft">
                <a:rot lat="0" lon="0" rev="0"/>
              </a:camera>
              <a:lightRig rig="legacyFlat1" dir="tl"/>
            </a:scene3d>
          </a:bodyPr>
          <a:lstStyle/>
          <a:p>
            <a:pPr algn="just">
              <a:lnSpc>
                <a:spcPct val="113000"/>
              </a:lnSpc>
            </a:pPr>
            <a:r>
              <a:rPr sz="1665" kern="100" spc="0">
                <a:solidFill>
                  <a:srgbClr val="7E0C6E">
                    <a:alpha val="100000"/>
                  </a:srgbClr>
                </a:solidFill>
                <a:latin typeface="Alibaba PuHuiTi Medium" panose="02010800040101010101" pitchFamily="1" charset="-122"/>
                <a:ea typeface="Alibaba PuHuiTi Medium" panose="02010800040101010101" pitchFamily="1" charset="-122"/>
              </a:rPr>
              <a:t>小标题1</a:t>
            </a:r>
          </a:p>
        </p:txBody>
      </p:sp>
      <p:pic>
        <p:nvPicPr>
          <p:cNvPr id="3" name="图片 2"/>
          <p:cNvPicPr>
            <a:picLocks noChangeAspect="1"/>
          </p:cNvPicPr>
          <p:nvPr/>
        </p:nvPicPr>
        <p:blipFill>
          <a:blip r:embed="rId4"/>
          <a:stretch>
            <a:fillRect/>
          </a:stretch>
        </p:blipFill>
        <p:spPr>
          <a:xfrm rot="5400000">
            <a:off x="436679" y="1342386"/>
            <a:ext cx="223317" cy="223317"/>
          </a:xfrm>
          <a:prstGeom prst="rect">
            <a:avLst/>
          </a:prstGeom>
        </p:spPr>
      </p:pic>
      <p:pic>
        <p:nvPicPr>
          <p:cNvPr id="4" name="图片 3"/>
          <p:cNvPicPr>
            <a:picLocks noChangeAspect="1"/>
          </p:cNvPicPr>
          <p:nvPr/>
        </p:nvPicPr>
        <p:blipFill>
          <a:blip r:embed="rId5"/>
          <a:stretch>
            <a:fillRect/>
          </a:stretch>
        </p:blipFill>
        <p:spPr>
          <a:xfrm rot="5400000">
            <a:off x="487557" y="1393264"/>
            <a:ext cx="121561" cy="121561"/>
          </a:xfrm>
          <a:prstGeom prst="rect">
            <a:avLst/>
          </a:prstGeom>
        </p:spPr>
      </p:pic>
      <p:pic>
        <p:nvPicPr>
          <p:cNvPr id="5" name="图片 4"/>
          <p:cNvPicPr>
            <a:picLocks noChangeAspect="1"/>
          </p:cNvPicPr>
          <p:nvPr/>
        </p:nvPicPr>
        <p:blipFill>
          <a:blip r:embed="rId3"/>
          <a:stretch>
            <a:fillRect/>
          </a:stretch>
        </p:blipFill>
        <p:spPr>
          <a:xfrm rot="10799999">
            <a:off x="389427" y="3471082"/>
            <a:ext cx="3456162" cy="27574"/>
          </a:xfrm>
          <a:prstGeom prst="rect">
            <a:avLst/>
          </a:prstGeom>
        </p:spPr>
      </p:pic>
      <p:sp>
        <p:nvSpPr>
          <p:cNvPr id="17" name="文本框 16"/>
          <p:cNvSpPr txBox="1"/>
          <p:nvPr/>
        </p:nvSpPr>
        <p:spPr>
          <a:xfrm>
            <a:off x="487557" y="2904837"/>
            <a:ext cx="3403187" cy="480060"/>
          </a:xfrm>
          <a:prstGeom prst="rect">
            <a:avLst/>
          </a:prstGeom>
        </p:spPr>
        <p:txBody>
          <a:bodyPr anchor="ctr">
            <a:scene3d>
              <a:camera prst="legacyObliqueTopLeft">
                <a:rot lat="0" lon="0" rev="0"/>
              </a:camera>
              <a:lightRig rig="legacyFlat1" dir="tl"/>
            </a:scene3d>
          </a:bodyPr>
          <a:lstStyle/>
          <a:p>
            <a:pPr algn="l">
              <a:lnSpc>
                <a:spcPct val="113000"/>
              </a:lnSpc>
            </a:pPr>
            <a:r>
              <a:rPr sz="935" kern="10000" spc="200">
                <a:solidFill>
                  <a:srgbClr val="000000">
                    <a:alpha val="70000"/>
                  </a:srgbClr>
                </a:solidFill>
                <a:latin typeface="Alibaba PuHuiTi Regular" panose="02010800040101010101" pitchFamily="1" charset="-122"/>
                <a:ea typeface="Alibaba PuHuiTi Regular" panose="02010800040101010101" pitchFamily="1" charset="-122"/>
              </a:rPr>
              <a:t>请在此处添加具体内容，文字尽量言简意赅简单说明即可。请在此处添加具体内容。请在此处添加具体内容，文字尽量言简意赅简单说明即可。</a:t>
            </a:r>
          </a:p>
        </p:txBody>
      </p:sp>
      <p:sp>
        <p:nvSpPr>
          <p:cNvPr id="18" name="文本框 17"/>
          <p:cNvSpPr txBox="1"/>
          <p:nvPr/>
        </p:nvSpPr>
        <p:spPr>
          <a:xfrm>
            <a:off x="734335" y="2520747"/>
            <a:ext cx="1004159" cy="285750"/>
          </a:xfrm>
          <a:prstGeom prst="rect">
            <a:avLst/>
          </a:prstGeom>
        </p:spPr>
        <p:txBody>
          <a:bodyPr anchor="ctr">
            <a:scene3d>
              <a:camera prst="legacyObliqueTopLeft">
                <a:rot lat="0" lon="0" rev="0"/>
              </a:camera>
              <a:lightRig rig="legacyFlat1" dir="tl"/>
            </a:scene3d>
          </a:bodyPr>
          <a:lstStyle/>
          <a:p>
            <a:pPr algn="just">
              <a:lnSpc>
                <a:spcPct val="113000"/>
              </a:lnSpc>
            </a:pPr>
            <a:r>
              <a:rPr sz="1665" kern="100" spc="0">
                <a:solidFill>
                  <a:srgbClr val="7E0C6E">
                    <a:alpha val="100000"/>
                  </a:srgbClr>
                </a:solidFill>
                <a:latin typeface="Alibaba PuHuiTi Medium" panose="02010800040101010101" pitchFamily="1" charset="-122"/>
                <a:ea typeface="Alibaba PuHuiTi Medium" panose="02010800040101010101" pitchFamily="1" charset="-122"/>
              </a:rPr>
              <a:t>小标题2</a:t>
            </a:r>
          </a:p>
        </p:txBody>
      </p:sp>
      <p:pic>
        <p:nvPicPr>
          <p:cNvPr id="6" name="图片 5"/>
          <p:cNvPicPr>
            <a:picLocks noChangeAspect="1"/>
          </p:cNvPicPr>
          <p:nvPr/>
        </p:nvPicPr>
        <p:blipFill>
          <a:blip r:embed="rId4"/>
          <a:stretch>
            <a:fillRect/>
          </a:stretch>
        </p:blipFill>
        <p:spPr>
          <a:xfrm rot="5400000">
            <a:off x="436679" y="2523388"/>
            <a:ext cx="223317" cy="223317"/>
          </a:xfrm>
          <a:prstGeom prst="rect">
            <a:avLst/>
          </a:prstGeom>
        </p:spPr>
      </p:pic>
      <p:pic>
        <p:nvPicPr>
          <p:cNvPr id="7" name="图片 6"/>
          <p:cNvPicPr>
            <a:picLocks noChangeAspect="1"/>
          </p:cNvPicPr>
          <p:nvPr/>
        </p:nvPicPr>
        <p:blipFill>
          <a:blip r:embed="rId5"/>
          <a:stretch>
            <a:fillRect/>
          </a:stretch>
        </p:blipFill>
        <p:spPr>
          <a:xfrm rot="5400000">
            <a:off x="487557" y="2574267"/>
            <a:ext cx="121561" cy="121561"/>
          </a:xfrm>
          <a:prstGeom prst="rect">
            <a:avLst/>
          </a:prstGeom>
        </p:spPr>
      </p:pic>
      <p:pic>
        <p:nvPicPr>
          <p:cNvPr id="8" name="图片 7"/>
          <p:cNvPicPr>
            <a:picLocks noChangeAspect="1"/>
          </p:cNvPicPr>
          <p:nvPr/>
        </p:nvPicPr>
        <p:blipFill>
          <a:blip r:embed="rId3"/>
          <a:stretch>
            <a:fillRect/>
          </a:stretch>
        </p:blipFill>
        <p:spPr>
          <a:xfrm rot="10799999">
            <a:off x="389427" y="4652084"/>
            <a:ext cx="3456162" cy="27574"/>
          </a:xfrm>
          <a:prstGeom prst="rect">
            <a:avLst/>
          </a:prstGeom>
        </p:spPr>
      </p:pic>
      <p:sp>
        <p:nvSpPr>
          <p:cNvPr id="19" name="文本框 18"/>
          <p:cNvSpPr txBox="1"/>
          <p:nvPr/>
        </p:nvSpPr>
        <p:spPr>
          <a:xfrm>
            <a:off x="487557" y="4085840"/>
            <a:ext cx="3403187" cy="480060"/>
          </a:xfrm>
          <a:prstGeom prst="rect">
            <a:avLst/>
          </a:prstGeom>
        </p:spPr>
        <p:txBody>
          <a:bodyPr anchor="ctr">
            <a:scene3d>
              <a:camera prst="legacyObliqueTopLeft">
                <a:rot lat="0" lon="0" rev="0"/>
              </a:camera>
              <a:lightRig rig="legacyFlat1" dir="tl"/>
            </a:scene3d>
          </a:bodyPr>
          <a:lstStyle/>
          <a:p>
            <a:pPr algn="l">
              <a:lnSpc>
                <a:spcPct val="113000"/>
              </a:lnSpc>
            </a:pPr>
            <a:r>
              <a:rPr sz="935" kern="10000" spc="200">
                <a:solidFill>
                  <a:srgbClr val="000000">
                    <a:alpha val="70000"/>
                  </a:srgbClr>
                </a:solidFill>
                <a:latin typeface="Alibaba PuHuiTi Regular" panose="02010800040101010101" pitchFamily="1" charset="-122"/>
                <a:ea typeface="Alibaba PuHuiTi Regular" panose="02010800040101010101" pitchFamily="1" charset="-122"/>
              </a:rPr>
              <a:t>请在此处添加具体内容，文字尽量言简意赅简单说明即可。请在此处添加具体内容。请在此处添加具体内容，文字尽量言简意赅简单说明即可。</a:t>
            </a:r>
          </a:p>
        </p:txBody>
      </p:sp>
      <p:sp>
        <p:nvSpPr>
          <p:cNvPr id="20" name="文本框 19"/>
          <p:cNvSpPr txBox="1"/>
          <p:nvPr/>
        </p:nvSpPr>
        <p:spPr>
          <a:xfrm>
            <a:off x="734335" y="3701750"/>
            <a:ext cx="1004159" cy="285750"/>
          </a:xfrm>
          <a:prstGeom prst="rect">
            <a:avLst/>
          </a:prstGeom>
        </p:spPr>
        <p:txBody>
          <a:bodyPr anchor="ctr">
            <a:scene3d>
              <a:camera prst="legacyObliqueTopLeft">
                <a:rot lat="0" lon="0" rev="0"/>
              </a:camera>
              <a:lightRig rig="legacyFlat1" dir="tl"/>
            </a:scene3d>
          </a:bodyPr>
          <a:lstStyle/>
          <a:p>
            <a:pPr algn="just">
              <a:lnSpc>
                <a:spcPct val="113000"/>
              </a:lnSpc>
            </a:pPr>
            <a:r>
              <a:rPr sz="1665" kern="100" spc="0">
                <a:solidFill>
                  <a:srgbClr val="7E0C6E">
                    <a:alpha val="100000"/>
                  </a:srgbClr>
                </a:solidFill>
                <a:latin typeface="Alibaba PuHuiTi Medium" panose="02010800040101010101" pitchFamily="1" charset="-122"/>
                <a:ea typeface="Alibaba PuHuiTi Medium" panose="02010800040101010101" pitchFamily="1" charset="-122"/>
              </a:rPr>
              <a:t>小标题3</a:t>
            </a:r>
          </a:p>
        </p:txBody>
      </p:sp>
      <p:pic>
        <p:nvPicPr>
          <p:cNvPr id="9" name="图片 8"/>
          <p:cNvPicPr>
            <a:picLocks noChangeAspect="1"/>
          </p:cNvPicPr>
          <p:nvPr/>
        </p:nvPicPr>
        <p:blipFill>
          <a:blip r:embed="rId4"/>
          <a:stretch>
            <a:fillRect/>
          </a:stretch>
        </p:blipFill>
        <p:spPr>
          <a:xfrm rot="5400000">
            <a:off x="436679" y="3704391"/>
            <a:ext cx="223317" cy="223317"/>
          </a:xfrm>
          <a:prstGeom prst="rect">
            <a:avLst/>
          </a:prstGeom>
        </p:spPr>
      </p:pic>
      <p:pic>
        <p:nvPicPr>
          <p:cNvPr id="10" name="图片 9"/>
          <p:cNvPicPr>
            <a:picLocks noChangeAspect="1"/>
          </p:cNvPicPr>
          <p:nvPr/>
        </p:nvPicPr>
        <p:blipFill>
          <a:blip r:embed="rId5"/>
          <a:stretch>
            <a:fillRect/>
          </a:stretch>
        </p:blipFill>
        <p:spPr>
          <a:xfrm rot="5400000">
            <a:off x="487557" y="3755269"/>
            <a:ext cx="121561" cy="121561"/>
          </a:xfrm>
          <a:prstGeom prst="rect">
            <a:avLst/>
          </a:prstGeom>
        </p:spPr>
      </p:pic>
      <p:sp>
        <p:nvSpPr>
          <p:cNvPr id="21" name="文本框 20"/>
          <p:cNvSpPr txBox="1"/>
          <p:nvPr/>
        </p:nvSpPr>
        <p:spPr>
          <a:xfrm>
            <a:off x="409860" y="463391"/>
            <a:ext cx="1862432" cy="342900"/>
          </a:xfrm>
          <a:prstGeom prst="rect">
            <a:avLst/>
          </a:prstGeom>
        </p:spPr>
        <p:txBody>
          <a:bodyPr anchor="ctr">
            <a:scene3d>
              <a:camera prst="legacyObliqueTopLeft">
                <a:rot lat="0" lon="0" rev="0"/>
              </a:camera>
              <a:lightRig rig="legacyFlat1" dir="tl"/>
            </a:scene3d>
          </a:bodyPr>
          <a:lstStyle/>
          <a:p>
            <a:pPr algn="l">
              <a:lnSpc>
                <a:spcPct val="113000"/>
              </a:lnSpc>
            </a:pPr>
            <a:r>
              <a:rPr sz="2000" kern="10000" spc="200">
                <a:solidFill>
                  <a:srgbClr val="666666">
                    <a:alpha val="100000"/>
                  </a:srgbClr>
                </a:solidFill>
                <a:latin typeface="Alibaba PuHuiTi Bold" panose="02010800040101010101" pitchFamily="1" charset="-122"/>
                <a:ea typeface="Alibaba PuHuiTi Bold" panose="02010800040101010101" pitchFamily="1" charset="-122"/>
              </a:rPr>
              <a:t>研究展望</a:t>
            </a:r>
          </a:p>
        </p:txBody>
      </p:sp>
      <p:sp>
        <p:nvSpPr>
          <p:cNvPr id="22" name="文本框 21"/>
          <p:cNvSpPr txBox="1"/>
          <p:nvPr/>
        </p:nvSpPr>
        <p:spPr>
          <a:xfrm>
            <a:off x="1920525" y="520541"/>
            <a:ext cx="3530179"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outlook</a:t>
            </a:r>
          </a:p>
        </p:txBody>
      </p:sp>
      <p:pic>
        <p:nvPicPr>
          <p:cNvPr id="11" name="图片 10"/>
          <p:cNvPicPr>
            <a:picLocks noChangeAspect="1"/>
          </p:cNvPicPr>
          <p:nvPr/>
        </p:nvPicPr>
        <p:blipFill>
          <a:blip r:embed="rId6"/>
          <a:stretch>
            <a:fillRect/>
          </a:stretch>
        </p:blipFill>
        <p:spPr>
          <a:xfrm rot="5400000">
            <a:off x="1623012" y="622696"/>
            <a:ext cx="266277" cy="24210"/>
          </a:xfrm>
          <a:prstGeom prst="rect">
            <a:avLst/>
          </a:prstGeom>
        </p:spPr>
      </p:pic>
      <p:pic>
        <p:nvPicPr>
          <p:cNvPr id="12" name="图片 11"/>
          <p:cNvPicPr>
            <a:picLocks noChangeAspect="1"/>
          </p:cNvPicPr>
          <p:nvPr/>
        </p:nvPicPr>
        <p:blipFill>
          <a:blip r:embed="rId7"/>
          <a:stretch>
            <a:fillRect/>
          </a:stretch>
        </p:blipFill>
        <p:spPr>
          <a:xfrm>
            <a:off x="4572000" y="1223248"/>
            <a:ext cx="3952007" cy="3428829"/>
          </a:xfrm>
          <a:prstGeom prst="rect">
            <a:avLst/>
          </a:prstGeom>
        </p:spPr>
      </p:pic>
      <p:sp>
        <p:nvSpPr>
          <p:cNvPr id="23" name="文本框 22"/>
          <p:cNvSpPr txBox="1"/>
          <p:nvPr/>
        </p:nvSpPr>
        <p:spPr>
          <a:xfrm>
            <a:off x="5585912" y="4249150"/>
            <a:ext cx="1749269" cy="251460"/>
          </a:xfrm>
          <a:prstGeom prst="rect">
            <a:avLst/>
          </a:prstGeom>
        </p:spPr>
        <p:txBody>
          <a:bodyPr anchor="ctr">
            <a:scene3d>
              <a:camera prst="legacyObliqueTopLeft">
                <a:rot lat="0" lon="0" rev="0"/>
              </a:camera>
              <a:lightRig rig="legacyFlat1" dir="tl"/>
            </a:scene3d>
          </a:bodyPr>
          <a:lstStyle/>
          <a:p>
            <a:pPr algn="ctr">
              <a:lnSpc>
                <a:spcPct val="113000"/>
              </a:lnSpc>
            </a:pPr>
            <a:r>
              <a:rPr sz="1465" kern="10000" spc="200">
                <a:solidFill>
                  <a:srgbClr val="FFFFFF">
                    <a:alpha val="70000"/>
                  </a:srgbClr>
                </a:solidFill>
                <a:latin typeface="Alibaba PuHuiTi Regular" panose="02010800040101010101" pitchFamily="1" charset="-122"/>
                <a:ea typeface="Alibaba PuHuiTi Regular" panose="02010800040101010101" pitchFamily="1" charset="-122"/>
              </a:rPr>
              <a:t>序列5</a:t>
            </a:r>
          </a:p>
        </p:txBody>
      </p:sp>
      <p:sp>
        <p:nvSpPr>
          <p:cNvPr id="24" name="文本框 23"/>
          <p:cNvSpPr txBox="1"/>
          <p:nvPr/>
        </p:nvSpPr>
        <p:spPr>
          <a:xfrm>
            <a:off x="5585912" y="3678555"/>
            <a:ext cx="1749269" cy="251460"/>
          </a:xfrm>
          <a:prstGeom prst="rect">
            <a:avLst/>
          </a:prstGeom>
        </p:spPr>
        <p:txBody>
          <a:bodyPr anchor="ctr">
            <a:scene3d>
              <a:camera prst="legacyObliqueTopLeft">
                <a:rot lat="0" lon="0" rev="0"/>
              </a:camera>
              <a:lightRig rig="legacyFlat1" dir="tl"/>
            </a:scene3d>
          </a:bodyPr>
          <a:lstStyle/>
          <a:p>
            <a:pPr algn="ctr">
              <a:lnSpc>
                <a:spcPct val="113000"/>
              </a:lnSpc>
            </a:pPr>
            <a:r>
              <a:rPr sz="1465" kern="10000" spc="200">
                <a:solidFill>
                  <a:srgbClr val="FFFFFF">
                    <a:alpha val="70000"/>
                  </a:srgbClr>
                </a:solidFill>
                <a:latin typeface="Alibaba PuHuiTi Regular" panose="02010800040101010101" pitchFamily="1" charset="-122"/>
                <a:ea typeface="Alibaba PuHuiTi Regular" panose="02010800040101010101" pitchFamily="1" charset="-122"/>
              </a:rPr>
              <a:t>序列4</a:t>
            </a:r>
          </a:p>
        </p:txBody>
      </p:sp>
      <p:sp>
        <p:nvSpPr>
          <p:cNvPr id="25" name="文本框 24"/>
          <p:cNvSpPr txBox="1"/>
          <p:nvPr/>
        </p:nvSpPr>
        <p:spPr>
          <a:xfrm>
            <a:off x="5585912" y="3133439"/>
            <a:ext cx="1749269" cy="251460"/>
          </a:xfrm>
          <a:prstGeom prst="rect">
            <a:avLst/>
          </a:prstGeom>
        </p:spPr>
        <p:txBody>
          <a:bodyPr anchor="ctr">
            <a:scene3d>
              <a:camera prst="legacyObliqueTopLeft">
                <a:rot lat="0" lon="0" rev="0"/>
              </a:camera>
              <a:lightRig rig="legacyFlat1" dir="tl"/>
            </a:scene3d>
          </a:bodyPr>
          <a:lstStyle/>
          <a:p>
            <a:pPr algn="ctr">
              <a:lnSpc>
                <a:spcPct val="113000"/>
              </a:lnSpc>
            </a:pPr>
            <a:r>
              <a:rPr sz="1465" kern="10000" spc="200">
                <a:solidFill>
                  <a:srgbClr val="FFFFFF">
                    <a:alpha val="70000"/>
                  </a:srgbClr>
                </a:solidFill>
                <a:latin typeface="Alibaba PuHuiTi Regular" panose="02010800040101010101" pitchFamily="1" charset="-122"/>
                <a:ea typeface="Alibaba PuHuiTi Regular" panose="02010800040101010101" pitchFamily="1" charset="-122"/>
              </a:rPr>
              <a:t>序列3</a:t>
            </a:r>
          </a:p>
        </p:txBody>
      </p:sp>
      <p:sp>
        <p:nvSpPr>
          <p:cNvPr id="26" name="文本框 25"/>
          <p:cNvSpPr txBox="1"/>
          <p:nvPr/>
        </p:nvSpPr>
        <p:spPr>
          <a:xfrm>
            <a:off x="5585912" y="2570083"/>
            <a:ext cx="1749269" cy="251460"/>
          </a:xfrm>
          <a:prstGeom prst="rect">
            <a:avLst/>
          </a:prstGeom>
        </p:spPr>
        <p:txBody>
          <a:bodyPr anchor="ctr">
            <a:scene3d>
              <a:camera prst="legacyObliqueTopLeft">
                <a:rot lat="0" lon="0" rev="0"/>
              </a:camera>
              <a:lightRig rig="legacyFlat1" dir="tl"/>
            </a:scene3d>
          </a:bodyPr>
          <a:lstStyle/>
          <a:p>
            <a:pPr algn="ctr">
              <a:lnSpc>
                <a:spcPct val="113000"/>
              </a:lnSpc>
            </a:pPr>
            <a:r>
              <a:rPr sz="1465" kern="10000" spc="200">
                <a:solidFill>
                  <a:srgbClr val="FFFFFF">
                    <a:alpha val="70000"/>
                  </a:srgbClr>
                </a:solidFill>
                <a:latin typeface="Alibaba PuHuiTi Regular" panose="02010800040101010101" pitchFamily="1" charset="-122"/>
                <a:ea typeface="Alibaba PuHuiTi Regular" panose="02010800040101010101" pitchFamily="1" charset="-122"/>
              </a:rPr>
              <a:t>序列2</a:t>
            </a:r>
          </a:p>
        </p:txBody>
      </p:sp>
      <p:sp>
        <p:nvSpPr>
          <p:cNvPr id="27" name="文本框 26"/>
          <p:cNvSpPr txBox="1"/>
          <p:nvPr/>
        </p:nvSpPr>
        <p:spPr>
          <a:xfrm>
            <a:off x="5610391" y="2004679"/>
            <a:ext cx="1749269" cy="251460"/>
          </a:xfrm>
          <a:prstGeom prst="rect">
            <a:avLst/>
          </a:prstGeom>
        </p:spPr>
        <p:txBody>
          <a:bodyPr anchor="ctr">
            <a:scene3d>
              <a:camera prst="legacyObliqueTopLeft">
                <a:rot lat="0" lon="0" rev="0"/>
              </a:camera>
              <a:lightRig rig="legacyFlat1" dir="tl"/>
            </a:scene3d>
          </a:bodyPr>
          <a:lstStyle/>
          <a:p>
            <a:pPr algn="ctr">
              <a:lnSpc>
                <a:spcPct val="113000"/>
              </a:lnSpc>
            </a:pPr>
            <a:r>
              <a:rPr sz="1465" kern="10000" spc="200">
                <a:solidFill>
                  <a:srgbClr val="FFFFFF">
                    <a:alpha val="70000"/>
                  </a:srgbClr>
                </a:solidFill>
                <a:latin typeface="Alibaba PuHuiTi Regular" panose="02010800040101010101" pitchFamily="1" charset="-122"/>
                <a:ea typeface="Alibaba PuHuiTi Regular" panose="02010800040101010101" pitchFamily="1" charset="-122"/>
              </a:rPr>
              <a:t>序列1</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图片 34"/>
          <p:cNvPicPr>
            <a:picLocks noChangeAspect="1"/>
          </p:cNvPicPr>
          <p:nvPr/>
        </p:nvPicPr>
        <p:blipFill>
          <a:blip r:embed="rId2"/>
          <a:stretch>
            <a:fillRect/>
          </a:stretch>
        </p:blipFill>
        <p:spPr>
          <a:xfrm>
            <a:off x="0" y="0"/>
            <a:ext cx="9144000" cy="5143500"/>
          </a:xfrm>
          <a:prstGeom prst="rect">
            <a:avLst/>
          </a:prstGeom>
        </p:spPr>
      </p:pic>
      <p:pic>
        <p:nvPicPr>
          <p:cNvPr id="2" name="图片 1"/>
          <p:cNvPicPr>
            <a:picLocks noChangeAspect="1"/>
          </p:cNvPicPr>
          <p:nvPr/>
        </p:nvPicPr>
        <p:blipFill>
          <a:blip r:embed="rId3"/>
          <a:stretch>
            <a:fillRect/>
          </a:stretch>
        </p:blipFill>
        <p:spPr>
          <a:xfrm>
            <a:off x="2421856" y="701756"/>
            <a:ext cx="5503460" cy="3251238"/>
          </a:xfrm>
          <a:prstGeom prst="rect">
            <a:avLst/>
          </a:prstGeom>
        </p:spPr>
      </p:pic>
      <p:pic>
        <p:nvPicPr>
          <p:cNvPr id="3" name="图片 2"/>
          <p:cNvPicPr>
            <a:picLocks noChangeAspect="1"/>
          </p:cNvPicPr>
          <p:nvPr/>
        </p:nvPicPr>
        <p:blipFill>
          <a:blip r:embed="rId4"/>
          <a:stretch>
            <a:fillRect/>
          </a:stretch>
        </p:blipFill>
        <p:spPr>
          <a:xfrm rot="5400000">
            <a:off x="7539736" y="3640665"/>
            <a:ext cx="523749" cy="7034"/>
          </a:xfrm>
          <a:prstGeom prst="rect">
            <a:avLst/>
          </a:prstGeom>
        </p:spPr>
      </p:pic>
      <p:pic>
        <p:nvPicPr>
          <p:cNvPr id="4" name="图片 3"/>
          <p:cNvPicPr>
            <a:picLocks noChangeAspect="1"/>
          </p:cNvPicPr>
          <p:nvPr/>
        </p:nvPicPr>
        <p:blipFill>
          <a:blip r:embed="rId5"/>
          <a:stretch>
            <a:fillRect/>
          </a:stretch>
        </p:blipFill>
        <p:spPr>
          <a:xfrm rot="18900000">
            <a:off x="7601806" y="2966030"/>
            <a:ext cx="399608" cy="399608"/>
          </a:xfrm>
          <a:prstGeom prst="rect">
            <a:avLst/>
          </a:prstGeom>
        </p:spPr>
      </p:pic>
      <p:pic>
        <p:nvPicPr>
          <p:cNvPr id="5" name="图片 4"/>
          <p:cNvPicPr>
            <a:picLocks noChangeAspect="1"/>
          </p:cNvPicPr>
          <p:nvPr/>
        </p:nvPicPr>
        <p:blipFill>
          <a:blip r:embed="rId6"/>
          <a:stretch>
            <a:fillRect/>
          </a:stretch>
        </p:blipFill>
        <p:spPr>
          <a:xfrm>
            <a:off x="7667236" y="3031460"/>
            <a:ext cx="268749" cy="268749"/>
          </a:xfrm>
          <a:prstGeom prst="rect">
            <a:avLst/>
          </a:prstGeom>
        </p:spPr>
      </p:pic>
      <p:pic>
        <p:nvPicPr>
          <p:cNvPr id="6" name="图片 5"/>
          <p:cNvPicPr>
            <a:picLocks noChangeAspect="1"/>
          </p:cNvPicPr>
          <p:nvPr/>
        </p:nvPicPr>
        <p:blipFill>
          <a:blip r:embed="rId7"/>
          <a:stretch>
            <a:fillRect/>
          </a:stretch>
        </p:blipFill>
        <p:spPr>
          <a:xfrm>
            <a:off x="7750894" y="3855342"/>
            <a:ext cx="101432" cy="101432"/>
          </a:xfrm>
          <a:prstGeom prst="rect">
            <a:avLst/>
          </a:prstGeom>
        </p:spPr>
      </p:pic>
      <p:pic>
        <p:nvPicPr>
          <p:cNvPr id="7" name="图片 6"/>
          <p:cNvPicPr>
            <a:picLocks noChangeAspect="1"/>
          </p:cNvPicPr>
          <p:nvPr/>
        </p:nvPicPr>
        <p:blipFill>
          <a:blip r:embed="rId8"/>
          <a:stretch>
            <a:fillRect/>
          </a:stretch>
        </p:blipFill>
        <p:spPr>
          <a:xfrm>
            <a:off x="7774004" y="3878451"/>
            <a:ext cx="55214" cy="55214"/>
          </a:xfrm>
          <a:prstGeom prst="rect">
            <a:avLst/>
          </a:prstGeom>
        </p:spPr>
      </p:pic>
      <p:pic>
        <p:nvPicPr>
          <p:cNvPr id="8" name="图片 7"/>
          <p:cNvPicPr>
            <a:picLocks noChangeAspect="1"/>
          </p:cNvPicPr>
          <p:nvPr/>
        </p:nvPicPr>
        <p:blipFill>
          <a:blip r:embed="rId9"/>
          <a:stretch>
            <a:fillRect/>
          </a:stretch>
        </p:blipFill>
        <p:spPr>
          <a:xfrm rot="5400000">
            <a:off x="4084944" y="2596341"/>
            <a:ext cx="638453" cy="8575"/>
          </a:xfrm>
          <a:prstGeom prst="rect">
            <a:avLst/>
          </a:prstGeom>
        </p:spPr>
      </p:pic>
      <p:pic>
        <p:nvPicPr>
          <p:cNvPr id="9" name="图片 8"/>
          <p:cNvPicPr>
            <a:picLocks noChangeAspect="1"/>
          </p:cNvPicPr>
          <p:nvPr/>
        </p:nvPicPr>
        <p:blipFill>
          <a:blip r:embed="rId10"/>
          <a:stretch>
            <a:fillRect/>
          </a:stretch>
        </p:blipFill>
        <p:spPr>
          <a:xfrm rot="18900000">
            <a:off x="4160608" y="1773958"/>
            <a:ext cx="487124" cy="487124"/>
          </a:xfrm>
          <a:prstGeom prst="rect">
            <a:avLst/>
          </a:prstGeom>
        </p:spPr>
      </p:pic>
      <p:pic>
        <p:nvPicPr>
          <p:cNvPr id="10" name="图片 9"/>
          <p:cNvPicPr>
            <a:picLocks noChangeAspect="1"/>
          </p:cNvPicPr>
          <p:nvPr/>
        </p:nvPicPr>
        <p:blipFill>
          <a:blip r:embed="rId11"/>
          <a:stretch>
            <a:fillRect/>
          </a:stretch>
        </p:blipFill>
        <p:spPr>
          <a:xfrm>
            <a:off x="4240367" y="1853718"/>
            <a:ext cx="327606" cy="327606"/>
          </a:xfrm>
          <a:prstGeom prst="rect">
            <a:avLst/>
          </a:prstGeom>
        </p:spPr>
      </p:pic>
      <p:pic>
        <p:nvPicPr>
          <p:cNvPr id="11" name="图片 10"/>
          <p:cNvPicPr>
            <a:picLocks noChangeAspect="1"/>
          </p:cNvPicPr>
          <p:nvPr/>
        </p:nvPicPr>
        <p:blipFill>
          <a:blip r:embed="rId12"/>
          <a:stretch>
            <a:fillRect/>
          </a:stretch>
        </p:blipFill>
        <p:spPr>
          <a:xfrm>
            <a:off x="4342347" y="2858032"/>
            <a:ext cx="123646" cy="123646"/>
          </a:xfrm>
          <a:prstGeom prst="rect">
            <a:avLst/>
          </a:prstGeom>
        </p:spPr>
      </p:pic>
      <p:pic>
        <p:nvPicPr>
          <p:cNvPr id="12" name="图片 11"/>
          <p:cNvPicPr>
            <a:picLocks noChangeAspect="1"/>
          </p:cNvPicPr>
          <p:nvPr/>
        </p:nvPicPr>
        <p:blipFill>
          <a:blip r:embed="rId13"/>
          <a:stretch>
            <a:fillRect/>
          </a:stretch>
        </p:blipFill>
        <p:spPr>
          <a:xfrm>
            <a:off x="4370517" y="2886202"/>
            <a:ext cx="67306" cy="67306"/>
          </a:xfrm>
          <a:prstGeom prst="rect">
            <a:avLst/>
          </a:prstGeom>
        </p:spPr>
      </p:pic>
      <p:pic>
        <p:nvPicPr>
          <p:cNvPr id="13" name="图片 12"/>
          <p:cNvPicPr>
            <a:picLocks noChangeAspect="1"/>
          </p:cNvPicPr>
          <p:nvPr/>
        </p:nvPicPr>
        <p:blipFill>
          <a:blip r:embed="rId14"/>
          <a:stretch>
            <a:fillRect/>
          </a:stretch>
        </p:blipFill>
        <p:spPr>
          <a:xfrm rot="5400000">
            <a:off x="5682862" y="1550390"/>
            <a:ext cx="502572" cy="6750"/>
          </a:xfrm>
          <a:prstGeom prst="rect">
            <a:avLst/>
          </a:prstGeom>
        </p:spPr>
      </p:pic>
      <p:pic>
        <p:nvPicPr>
          <p:cNvPr id="14" name="图片 13"/>
          <p:cNvPicPr>
            <a:picLocks noChangeAspect="1"/>
          </p:cNvPicPr>
          <p:nvPr/>
        </p:nvPicPr>
        <p:blipFill>
          <a:blip r:embed="rId15"/>
          <a:stretch>
            <a:fillRect/>
          </a:stretch>
        </p:blipFill>
        <p:spPr>
          <a:xfrm rot="18900000">
            <a:off x="5742422" y="903034"/>
            <a:ext cx="383451" cy="383451"/>
          </a:xfrm>
          <a:prstGeom prst="rect">
            <a:avLst/>
          </a:prstGeom>
        </p:spPr>
      </p:pic>
      <p:pic>
        <p:nvPicPr>
          <p:cNvPr id="15" name="图片 14"/>
          <p:cNvPicPr>
            <a:picLocks noChangeAspect="1"/>
          </p:cNvPicPr>
          <p:nvPr/>
        </p:nvPicPr>
        <p:blipFill>
          <a:blip r:embed="rId16"/>
          <a:stretch>
            <a:fillRect/>
          </a:stretch>
        </p:blipFill>
        <p:spPr>
          <a:xfrm>
            <a:off x="5805207" y="965818"/>
            <a:ext cx="257882" cy="257882"/>
          </a:xfrm>
          <a:prstGeom prst="rect">
            <a:avLst/>
          </a:prstGeom>
        </p:spPr>
      </p:pic>
      <p:pic>
        <p:nvPicPr>
          <p:cNvPr id="16" name="图片 15"/>
          <p:cNvPicPr>
            <a:picLocks noChangeAspect="1"/>
          </p:cNvPicPr>
          <p:nvPr/>
        </p:nvPicPr>
        <p:blipFill>
          <a:blip r:embed="rId17"/>
          <a:stretch>
            <a:fillRect/>
          </a:stretch>
        </p:blipFill>
        <p:spPr>
          <a:xfrm>
            <a:off x="5885482" y="1756386"/>
            <a:ext cx="97331" cy="97331"/>
          </a:xfrm>
          <a:prstGeom prst="rect">
            <a:avLst/>
          </a:prstGeom>
        </p:spPr>
      </p:pic>
      <p:pic>
        <p:nvPicPr>
          <p:cNvPr id="17" name="图片 16"/>
          <p:cNvPicPr>
            <a:picLocks noChangeAspect="1"/>
          </p:cNvPicPr>
          <p:nvPr/>
        </p:nvPicPr>
        <p:blipFill>
          <a:blip r:embed="rId18"/>
          <a:stretch>
            <a:fillRect/>
          </a:stretch>
        </p:blipFill>
        <p:spPr>
          <a:xfrm>
            <a:off x="5907657" y="1778561"/>
            <a:ext cx="52981" cy="52981"/>
          </a:xfrm>
          <a:prstGeom prst="rect">
            <a:avLst/>
          </a:prstGeom>
        </p:spPr>
      </p:pic>
      <p:pic>
        <p:nvPicPr>
          <p:cNvPr id="18" name="图片 17"/>
          <p:cNvPicPr>
            <a:picLocks noChangeAspect="1"/>
          </p:cNvPicPr>
          <p:nvPr/>
        </p:nvPicPr>
        <p:blipFill>
          <a:blip r:embed="rId19"/>
          <a:stretch>
            <a:fillRect/>
          </a:stretch>
        </p:blipFill>
        <p:spPr>
          <a:xfrm rot="5400000">
            <a:off x="2936325" y="1221025"/>
            <a:ext cx="397987" cy="5345"/>
          </a:xfrm>
          <a:prstGeom prst="rect">
            <a:avLst/>
          </a:prstGeom>
        </p:spPr>
      </p:pic>
      <p:pic>
        <p:nvPicPr>
          <p:cNvPr id="19" name="图片 18"/>
          <p:cNvPicPr>
            <a:picLocks noChangeAspect="1"/>
          </p:cNvPicPr>
          <p:nvPr/>
        </p:nvPicPr>
        <p:blipFill>
          <a:blip r:embed="rId20"/>
          <a:stretch>
            <a:fillRect/>
          </a:stretch>
        </p:blipFill>
        <p:spPr>
          <a:xfrm rot="18900000">
            <a:off x="2983491" y="708384"/>
            <a:ext cx="303654" cy="303654"/>
          </a:xfrm>
          <a:prstGeom prst="rect">
            <a:avLst/>
          </a:prstGeom>
        </p:spPr>
      </p:pic>
      <p:pic>
        <p:nvPicPr>
          <p:cNvPr id="20" name="图片 19"/>
          <p:cNvPicPr>
            <a:picLocks noChangeAspect="1"/>
          </p:cNvPicPr>
          <p:nvPr/>
        </p:nvPicPr>
        <p:blipFill>
          <a:blip r:embed="rId21"/>
          <a:stretch>
            <a:fillRect/>
          </a:stretch>
        </p:blipFill>
        <p:spPr>
          <a:xfrm>
            <a:off x="3033210" y="758103"/>
            <a:ext cx="204217" cy="204217"/>
          </a:xfrm>
          <a:prstGeom prst="rect">
            <a:avLst/>
          </a:prstGeom>
        </p:spPr>
      </p:pic>
      <p:pic>
        <p:nvPicPr>
          <p:cNvPr id="21" name="图片 20"/>
          <p:cNvPicPr>
            <a:picLocks noChangeAspect="1"/>
          </p:cNvPicPr>
          <p:nvPr/>
        </p:nvPicPr>
        <p:blipFill>
          <a:blip r:embed="rId22"/>
          <a:stretch>
            <a:fillRect/>
          </a:stretch>
        </p:blipFill>
        <p:spPr>
          <a:xfrm>
            <a:off x="3096780" y="1384154"/>
            <a:ext cx="77076" cy="77076"/>
          </a:xfrm>
          <a:prstGeom prst="rect">
            <a:avLst/>
          </a:prstGeom>
        </p:spPr>
      </p:pic>
      <p:pic>
        <p:nvPicPr>
          <p:cNvPr id="22" name="图片 21"/>
          <p:cNvPicPr>
            <a:picLocks noChangeAspect="1"/>
          </p:cNvPicPr>
          <p:nvPr/>
        </p:nvPicPr>
        <p:blipFill>
          <a:blip r:embed="rId23"/>
          <a:stretch>
            <a:fillRect/>
          </a:stretch>
        </p:blipFill>
        <p:spPr>
          <a:xfrm>
            <a:off x="3114341" y="1401714"/>
            <a:ext cx="41956" cy="41956"/>
          </a:xfrm>
          <a:prstGeom prst="rect">
            <a:avLst/>
          </a:prstGeom>
        </p:spPr>
      </p:pic>
      <p:pic>
        <p:nvPicPr>
          <p:cNvPr id="23" name="图片 22"/>
          <p:cNvPicPr>
            <a:picLocks noChangeAspect="1"/>
          </p:cNvPicPr>
          <p:nvPr/>
        </p:nvPicPr>
        <p:blipFill>
          <a:blip r:embed="rId24"/>
          <a:stretch>
            <a:fillRect/>
          </a:stretch>
        </p:blipFill>
        <p:spPr>
          <a:xfrm rot="5400000">
            <a:off x="2290897" y="600022"/>
            <a:ext cx="261918" cy="3518"/>
          </a:xfrm>
          <a:prstGeom prst="rect">
            <a:avLst/>
          </a:prstGeom>
        </p:spPr>
      </p:pic>
      <p:pic>
        <p:nvPicPr>
          <p:cNvPr id="24" name="图片 23"/>
          <p:cNvPicPr>
            <a:picLocks noChangeAspect="1"/>
          </p:cNvPicPr>
          <p:nvPr/>
        </p:nvPicPr>
        <p:blipFill>
          <a:blip r:embed="rId25"/>
          <a:stretch>
            <a:fillRect/>
          </a:stretch>
        </p:blipFill>
        <p:spPr>
          <a:xfrm rot="18900000">
            <a:off x="2321938" y="262649"/>
            <a:ext cx="199837" cy="199837"/>
          </a:xfrm>
          <a:prstGeom prst="rect">
            <a:avLst/>
          </a:prstGeom>
        </p:spPr>
      </p:pic>
      <p:pic>
        <p:nvPicPr>
          <p:cNvPr id="25" name="图片 24"/>
          <p:cNvPicPr>
            <a:picLocks noChangeAspect="1"/>
          </p:cNvPicPr>
          <p:nvPr/>
        </p:nvPicPr>
        <p:blipFill>
          <a:blip r:embed="rId26"/>
          <a:stretch>
            <a:fillRect/>
          </a:stretch>
        </p:blipFill>
        <p:spPr>
          <a:xfrm>
            <a:off x="2354658" y="295369"/>
            <a:ext cx="134396" cy="134396"/>
          </a:xfrm>
          <a:prstGeom prst="rect">
            <a:avLst/>
          </a:prstGeom>
        </p:spPr>
      </p:pic>
      <p:pic>
        <p:nvPicPr>
          <p:cNvPr id="26" name="图片 25"/>
          <p:cNvPicPr>
            <a:picLocks noChangeAspect="1"/>
          </p:cNvPicPr>
          <p:nvPr/>
        </p:nvPicPr>
        <p:blipFill>
          <a:blip r:embed="rId27"/>
          <a:stretch>
            <a:fillRect/>
          </a:stretch>
        </p:blipFill>
        <p:spPr>
          <a:xfrm>
            <a:off x="2396494" y="707378"/>
            <a:ext cx="50724" cy="50724"/>
          </a:xfrm>
          <a:prstGeom prst="rect">
            <a:avLst/>
          </a:prstGeom>
        </p:spPr>
      </p:pic>
      <p:pic>
        <p:nvPicPr>
          <p:cNvPr id="27" name="图片 26"/>
          <p:cNvPicPr>
            <a:picLocks noChangeAspect="1"/>
          </p:cNvPicPr>
          <p:nvPr/>
        </p:nvPicPr>
        <p:blipFill>
          <a:blip r:embed="rId28"/>
          <a:stretch>
            <a:fillRect/>
          </a:stretch>
        </p:blipFill>
        <p:spPr>
          <a:xfrm>
            <a:off x="2408051" y="718934"/>
            <a:ext cx="27611" cy="27611"/>
          </a:xfrm>
          <a:prstGeom prst="rect">
            <a:avLst/>
          </a:prstGeom>
        </p:spPr>
      </p:pic>
      <p:sp>
        <p:nvSpPr>
          <p:cNvPr id="36" name="文本框 35"/>
          <p:cNvSpPr txBox="1"/>
          <p:nvPr/>
        </p:nvSpPr>
        <p:spPr>
          <a:xfrm>
            <a:off x="6747591" y="3471190"/>
            <a:ext cx="977535" cy="327870"/>
          </a:xfrm>
          <a:prstGeom prst="rect">
            <a:avLst/>
          </a:prstGeom>
        </p:spPr>
        <p:txBody>
          <a:bodyPr anchor="ctr">
            <a:scene3d>
              <a:camera prst="legacyObliqueTopLeft">
                <a:rot lat="0" lon="0" rev="0"/>
              </a:camera>
              <a:lightRig rig="legacyFlat1" dir="tl"/>
            </a:scene3d>
          </a:bodyPr>
          <a:lstStyle/>
          <a:p>
            <a:pPr algn="ctr">
              <a:lnSpc>
                <a:spcPct val="113000"/>
              </a:lnSpc>
            </a:pPr>
            <a:r>
              <a:rPr sz="955" kern="100" spc="0">
                <a:solidFill>
                  <a:srgbClr val="666666">
                    <a:alpha val="100000"/>
                  </a:srgbClr>
                </a:solidFill>
                <a:latin typeface="Alibaba PuHuiTi Regular" panose="02010800040101010101" pitchFamily="1" charset="-122"/>
                <a:ea typeface="Alibaba PuHuiTi Regular" panose="02010800040101010101" pitchFamily="1" charset="-122"/>
              </a:rPr>
              <a:t>Suppo rting </a:t>
            </a:r>
          </a:p>
          <a:p>
            <a:pPr algn="ctr">
              <a:lnSpc>
                <a:spcPct val="113000"/>
              </a:lnSpc>
            </a:pPr>
            <a:r>
              <a:rPr sz="955" kern="100" spc="0">
                <a:solidFill>
                  <a:srgbClr val="666666">
                    <a:alpha val="100000"/>
                  </a:srgbClr>
                </a:solidFill>
                <a:latin typeface="Alibaba PuHuiTi Regular" panose="02010800040101010101" pitchFamily="1" charset="-122"/>
                <a:ea typeface="Alibaba PuHuiTi Regular" panose="02010800040101010101" pitchFamily="1" charset="-122"/>
              </a:rPr>
              <a:t>text here.</a:t>
            </a:r>
          </a:p>
        </p:txBody>
      </p:sp>
      <p:pic>
        <p:nvPicPr>
          <p:cNvPr id="28" name="图片 27"/>
          <p:cNvPicPr>
            <a:picLocks noChangeAspect="1"/>
          </p:cNvPicPr>
          <p:nvPr/>
        </p:nvPicPr>
        <p:blipFill>
          <a:blip r:embed="rId29"/>
          <a:stretch>
            <a:fillRect/>
          </a:stretch>
        </p:blipFill>
        <p:spPr>
          <a:xfrm rot="5400000">
            <a:off x="3643931" y="703313"/>
            <a:ext cx="345339" cy="4638"/>
          </a:xfrm>
          <a:prstGeom prst="rect">
            <a:avLst/>
          </a:prstGeom>
        </p:spPr>
      </p:pic>
      <p:pic>
        <p:nvPicPr>
          <p:cNvPr id="29" name="图片 28"/>
          <p:cNvPicPr>
            <a:picLocks noChangeAspect="1"/>
          </p:cNvPicPr>
          <p:nvPr/>
        </p:nvPicPr>
        <p:blipFill>
          <a:blip r:embed="rId30"/>
          <a:stretch>
            <a:fillRect/>
          </a:stretch>
        </p:blipFill>
        <p:spPr>
          <a:xfrm rot="18900000">
            <a:off x="3684858" y="258485"/>
            <a:ext cx="263486" cy="263486"/>
          </a:xfrm>
          <a:prstGeom prst="rect">
            <a:avLst/>
          </a:prstGeom>
        </p:spPr>
      </p:pic>
      <p:pic>
        <p:nvPicPr>
          <p:cNvPr id="30" name="图片 29"/>
          <p:cNvPicPr>
            <a:picLocks noChangeAspect="1"/>
          </p:cNvPicPr>
          <p:nvPr/>
        </p:nvPicPr>
        <p:blipFill>
          <a:blip r:embed="rId31"/>
          <a:stretch>
            <a:fillRect/>
          </a:stretch>
        </p:blipFill>
        <p:spPr>
          <a:xfrm>
            <a:off x="3728000" y="301627"/>
            <a:ext cx="177202" cy="177202"/>
          </a:xfrm>
          <a:prstGeom prst="rect">
            <a:avLst/>
          </a:prstGeom>
        </p:spPr>
      </p:pic>
      <p:pic>
        <p:nvPicPr>
          <p:cNvPr id="31" name="图片 30"/>
          <p:cNvPicPr>
            <a:picLocks noChangeAspect="1"/>
          </p:cNvPicPr>
          <p:nvPr/>
        </p:nvPicPr>
        <p:blipFill>
          <a:blip r:embed="rId32"/>
          <a:stretch>
            <a:fillRect/>
          </a:stretch>
        </p:blipFill>
        <p:spPr>
          <a:xfrm>
            <a:off x="3783160" y="844861"/>
            <a:ext cx="66880" cy="66880"/>
          </a:xfrm>
          <a:prstGeom prst="rect">
            <a:avLst/>
          </a:prstGeom>
        </p:spPr>
      </p:pic>
      <p:pic>
        <p:nvPicPr>
          <p:cNvPr id="32" name="图片 31"/>
          <p:cNvPicPr>
            <a:picLocks noChangeAspect="1"/>
          </p:cNvPicPr>
          <p:nvPr/>
        </p:nvPicPr>
        <p:blipFill>
          <a:blip r:embed="rId33"/>
          <a:stretch>
            <a:fillRect/>
          </a:stretch>
        </p:blipFill>
        <p:spPr>
          <a:xfrm>
            <a:off x="3798398" y="860099"/>
            <a:ext cx="36405" cy="36405"/>
          </a:xfrm>
          <a:prstGeom prst="rect">
            <a:avLst/>
          </a:prstGeom>
        </p:spPr>
      </p:pic>
      <p:sp>
        <p:nvSpPr>
          <p:cNvPr id="37" name="文本框 36"/>
          <p:cNvSpPr txBox="1"/>
          <p:nvPr/>
        </p:nvSpPr>
        <p:spPr>
          <a:xfrm>
            <a:off x="3312397" y="2361970"/>
            <a:ext cx="977535" cy="327870"/>
          </a:xfrm>
          <a:prstGeom prst="rect">
            <a:avLst/>
          </a:prstGeom>
        </p:spPr>
        <p:txBody>
          <a:bodyPr anchor="ctr">
            <a:scene3d>
              <a:camera prst="legacyObliqueTopLeft">
                <a:rot lat="0" lon="0" rev="0"/>
              </a:camera>
              <a:lightRig rig="legacyFlat1" dir="tl"/>
            </a:scene3d>
          </a:bodyPr>
          <a:lstStyle/>
          <a:p>
            <a:pPr algn="ctr">
              <a:lnSpc>
                <a:spcPct val="113000"/>
              </a:lnSpc>
            </a:pPr>
            <a:r>
              <a:rPr sz="955" kern="100" spc="0">
                <a:solidFill>
                  <a:srgbClr val="666666">
                    <a:alpha val="100000"/>
                  </a:srgbClr>
                </a:solidFill>
                <a:latin typeface="Alibaba PuHuiTi Regular" panose="02010800040101010101" pitchFamily="1" charset="-122"/>
                <a:ea typeface="Alibaba PuHuiTi Regular" panose="02010800040101010101" pitchFamily="1" charset="-122"/>
              </a:rPr>
              <a:t>Suppo rting </a:t>
            </a:r>
          </a:p>
          <a:p>
            <a:pPr algn="ctr">
              <a:lnSpc>
                <a:spcPct val="113000"/>
              </a:lnSpc>
            </a:pPr>
            <a:r>
              <a:rPr sz="955" kern="100" spc="0">
                <a:solidFill>
                  <a:srgbClr val="666666">
                    <a:alpha val="100000"/>
                  </a:srgbClr>
                </a:solidFill>
                <a:latin typeface="Alibaba PuHuiTi Regular" panose="02010800040101010101" pitchFamily="1" charset="-122"/>
                <a:ea typeface="Alibaba PuHuiTi Regular" panose="02010800040101010101" pitchFamily="1" charset="-122"/>
              </a:rPr>
              <a:t>text here.</a:t>
            </a:r>
          </a:p>
        </p:txBody>
      </p:sp>
      <p:sp>
        <p:nvSpPr>
          <p:cNvPr id="38" name="文本框 37"/>
          <p:cNvSpPr txBox="1"/>
          <p:nvPr/>
        </p:nvSpPr>
        <p:spPr>
          <a:xfrm>
            <a:off x="5858780" y="1401714"/>
            <a:ext cx="977535" cy="327870"/>
          </a:xfrm>
          <a:prstGeom prst="rect">
            <a:avLst/>
          </a:prstGeom>
        </p:spPr>
        <p:txBody>
          <a:bodyPr anchor="ctr">
            <a:scene3d>
              <a:camera prst="legacyObliqueTopLeft">
                <a:rot lat="0" lon="0" rev="0"/>
              </a:camera>
              <a:lightRig rig="legacyFlat1" dir="tl"/>
            </a:scene3d>
          </a:bodyPr>
          <a:lstStyle/>
          <a:p>
            <a:pPr algn="ctr">
              <a:lnSpc>
                <a:spcPct val="113000"/>
              </a:lnSpc>
            </a:pPr>
            <a:r>
              <a:rPr sz="955" kern="100" spc="0">
                <a:solidFill>
                  <a:srgbClr val="666666">
                    <a:alpha val="100000"/>
                  </a:srgbClr>
                </a:solidFill>
                <a:latin typeface="Alibaba PuHuiTi Regular" panose="02010800040101010101" pitchFamily="1" charset="-122"/>
                <a:ea typeface="Alibaba PuHuiTi Regular" panose="02010800040101010101" pitchFamily="1" charset="-122"/>
              </a:rPr>
              <a:t>Suppo rting </a:t>
            </a:r>
          </a:p>
          <a:p>
            <a:pPr algn="ctr">
              <a:lnSpc>
                <a:spcPct val="113000"/>
              </a:lnSpc>
            </a:pPr>
            <a:r>
              <a:rPr sz="955" kern="100" spc="0">
                <a:solidFill>
                  <a:srgbClr val="666666">
                    <a:alpha val="100000"/>
                  </a:srgbClr>
                </a:solidFill>
                <a:latin typeface="Alibaba PuHuiTi Regular" panose="02010800040101010101" pitchFamily="1" charset="-122"/>
                <a:ea typeface="Alibaba PuHuiTi Regular" panose="02010800040101010101" pitchFamily="1" charset="-122"/>
              </a:rPr>
              <a:t>text here.</a:t>
            </a:r>
          </a:p>
        </p:txBody>
      </p:sp>
      <p:sp>
        <p:nvSpPr>
          <p:cNvPr id="39" name="文本框 38"/>
          <p:cNvSpPr txBox="1"/>
          <p:nvPr/>
        </p:nvSpPr>
        <p:spPr>
          <a:xfrm>
            <a:off x="2110539" y="1073844"/>
            <a:ext cx="977535" cy="327870"/>
          </a:xfrm>
          <a:prstGeom prst="rect">
            <a:avLst/>
          </a:prstGeom>
        </p:spPr>
        <p:txBody>
          <a:bodyPr anchor="ctr">
            <a:scene3d>
              <a:camera prst="legacyObliqueTopLeft">
                <a:rot lat="0" lon="0" rev="0"/>
              </a:camera>
              <a:lightRig rig="legacyFlat1" dir="tl"/>
            </a:scene3d>
          </a:bodyPr>
          <a:lstStyle/>
          <a:p>
            <a:pPr algn="ctr">
              <a:lnSpc>
                <a:spcPct val="113000"/>
              </a:lnSpc>
            </a:pPr>
            <a:r>
              <a:rPr sz="955" kern="100" spc="0">
                <a:solidFill>
                  <a:srgbClr val="666666">
                    <a:alpha val="100000"/>
                  </a:srgbClr>
                </a:solidFill>
                <a:latin typeface="Alibaba PuHuiTi Regular" panose="02010800040101010101" pitchFamily="1" charset="-122"/>
                <a:ea typeface="Alibaba PuHuiTi Regular" panose="02010800040101010101" pitchFamily="1" charset="-122"/>
              </a:rPr>
              <a:t>Suppo rting </a:t>
            </a:r>
          </a:p>
          <a:p>
            <a:pPr algn="ctr">
              <a:lnSpc>
                <a:spcPct val="113000"/>
              </a:lnSpc>
            </a:pPr>
            <a:r>
              <a:rPr sz="955" kern="100" spc="0">
                <a:solidFill>
                  <a:srgbClr val="666666">
                    <a:alpha val="100000"/>
                  </a:srgbClr>
                </a:solidFill>
                <a:latin typeface="Alibaba PuHuiTi Regular" panose="02010800040101010101" pitchFamily="1" charset="-122"/>
                <a:ea typeface="Alibaba PuHuiTi Regular" panose="02010800040101010101" pitchFamily="1" charset="-122"/>
              </a:rPr>
              <a:t>text here.</a:t>
            </a:r>
          </a:p>
        </p:txBody>
      </p:sp>
      <p:sp>
        <p:nvSpPr>
          <p:cNvPr id="40" name="文本框 39"/>
          <p:cNvSpPr txBox="1"/>
          <p:nvPr/>
        </p:nvSpPr>
        <p:spPr>
          <a:xfrm>
            <a:off x="3801164" y="696164"/>
            <a:ext cx="977535" cy="327870"/>
          </a:xfrm>
          <a:prstGeom prst="rect">
            <a:avLst/>
          </a:prstGeom>
        </p:spPr>
        <p:txBody>
          <a:bodyPr anchor="ctr">
            <a:scene3d>
              <a:camera prst="legacyObliqueTopLeft">
                <a:rot lat="0" lon="0" rev="0"/>
              </a:camera>
              <a:lightRig rig="legacyFlat1" dir="tl"/>
            </a:scene3d>
          </a:bodyPr>
          <a:lstStyle/>
          <a:p>
            <a:pPr algn="ctr">
              <a:lnSpc>
                <a:spcPct val="113000"/>
              </a:lnSpc>
            </a:pPr>
            <a:r>
              <a:rPr sz="955" kern="100" spc="0">
                <a:solidFill>
                  <a:srgbClr val="666666">
                    <a:alpha val="100000"/>
                  </a:srgbClr>
                </a:solidFill>
                <a:latin typeface="Alibaba PuHuiTi Regular" panose="02010800040101010101" pitchFamily="1" charset="-122"/>
                <a:ea typeface="Alibaba PuHuiTi Regular" panose="02010800040101010101" pitchFamily="1" charset="-122"/>
              </a:rPr>
              <a:t>Suppo rting </a:t>
            </a:r>
          </a:p>
          <a:p>
            <a:pPr algn="ctr">
              <a:lnSpc>
                <a:spcPct val="113000"/>
              </a:lnSpc>
            </a:pPr>
            <a:r>
              <a:rPr sz="955" kern="100" spc="0">
                <a:solidFill>
                  <a:srgbClr val="666666">
                    <a:alpha val="100000"/>
                  </a:srgbClr>
                </a:solidFill>
                <a:latin typeface="Alibaba PuHuiTi Regular" panose="02010800040101010101" pitchFamily="1" charset="-122"/>
                <a:ea typeface="Alibaba PuHuiTi Regular" panose="02010800040101010101" pitchFamily="1" charset="-122"/>
              </a:rPr>
              <a:t>text here.</a:t>
            </a:r>
          </a:p>
        </p:txBody>
      </p:sp>
      <p:sp>
        <p:nvSpPr>
          <p:cNvPr id="41" name="文本框 40"/>
          <p:cNvSpPr txBox="1"/>
          <p:nvPr/>
        </p:nvSpPr>
        <p:spPr>
          <a:xfrm>
            <a:off x="1367351" y="532209"/>
            <a:ext cx="921271" cy="327870"/>
          </a:xfrm>
          <a:prstGeom prst="rect">
            <a:avLst/>
          </a:prstGeom>
        </p:spPr>
        <p:txBody>
          <a:bodyPr anchor="ctr">
            <a:scene3d>
              <a:camera prst="legacyObliqueTopLeft">
                <a:rot lat="0" lon="0" rev="0"/>
              </a:camera>
              <a:lightRig rig="legacyFlat1" dir="tl"/>
            </a:scene3d>
          </a:bodyPr>
          <a:lstStyle/>
          <a:p>
            <a:pPr algn="ctr">
              <a:lnSpc>
                <a:spcPct val="113000"/>
              </a:lnSpc>
            </a:pPr>
            <a:r>
              <a:rPr sz="955" kern="100" spc="0">
                <a:solidFill>
                  <a:srgbClr val="666666">
                    <a:alpha val="100000"/>
                  </a:srgbClr>
                </a:solidFill>
                <a:latin typeface="Alibaba PuHuiTi Regular" panose="02010800040101010101" pitchFamily="1" charset="-122"/>
                <a:ea typeface="Alibaba PuHuiTi Regular" panose="02010800040101010101" pitchFamily="1" charset="-122"/>
              </a:rPr>
              <a:t>Suppo rting </a:t>
            </a:r>
          </a:p>
          <a:p>
            <a:pPr algn="ctr">
              <a:lnSpc>
                <a:spcPct val="113000"/>
              </a:lnSpc>
            </a:pPr>
            <a:r>
              <a:rPr sz="955" kern="100" spc="0">
                <a:solidFill>
                  <a:srgbClr val="666666">
                    <a:alpha val="100000"/>
                  </a:srgbClr>
                </a:solidFill>
                <a:latin typeface="Alibaba PuHuiTi Regular" panose="02010800040101010101" pitchFamily="1" charset="-122"/>
                <a:ea typeface="Alibaba PuHuiTi Regular" panose="02010800040101010101" pitchFamily="1" charset="-122"/>
              </a:rPr>
              <a:t>text here.</a:t>
            </a:r>
          </a:p>
        </p:txBody>
      </p:sp>
      <p:sp>
        <p:nvSpPr>
          <p:cNvPr id="42" name="文本框 41"/>
          <p:cNvSpPr txBox="1"/>
          <p:nvPr/>
        </p:nvSpPr>
        <p:spPr>
          <a:xfrm>
            <a:off x="7569429" y="3076439"/>
            <a:ext cx="422148" cy="178792"/>
          </a:xfrm>
          <a:prstGeom prst="rect">
            <a:avLst/>
          </a:prstGeom>
        </p:spPr>
        <p:txBody>
          <a:bodyPr anchor="ctr">
            <a:scene3d>
              <a:camera prst="legacyObliqueTopLeft">
                <a:rot lat="0" lon="0" rev="0"/>
              </a:camera>
              <a:lightRig rig="legacyFlat1" dir="tl"/>
            </a:scene3d>
          </a:bodyPr>
          <a:lstStyle/>
          <a:p>
            <a:pPr algn="ctr">
              <a:lnSpc>
                <a:spcPct val="113000"/>
              </a:lnSpc>
            </a:pPr>
            <a:r>
              <a:rPr sz="1040" kern="100" spc="0">
                <a:solidFill>
                  <a:srgbClr val="666666">
                    <a:alpha val="100000"/>
                  </a:srgbClr>
                </a:solidFill>
                <a:latin typeface="Noto Sans S Chinese Black" panose="020B0A00000000000000" pitchFamily="1" charset="-122"/>
                <a:ea typeface="Noto Sans S Chinese Black" panose="020B0A00000000000000" pitchFamily="1" charset="-122"/>
              </a:rPr>
              <a:t>01</a:t>
            </a:r>
          </a:p>
        </p:txBody>
      </p:sp>
      <p:sp>
        <p:nvSpPr>
          <p:cNvPr id="43" name="文本框 42"/>
          <p:cNvSpPr txBox="1"/>
          <p:nvPr/>
        </p:nvSpPr>
        <p:spPr>
          <a:xfrm>
            <a:off x="4171988" y="1913222"/>
            <a:ext cx="422148" cy="178792"/>
          </a:xfrm>
          <a:prstGeom prst="rect">
            <a:avLst/>
          </a:prstGeom>
        </p:spPr>
        <p:txBody>
          <a:bodyPr anchor="ctr">
            <a:scene3d>
              <a:camera prst="legacyObliqueTopLeft">
                <a:rot lat="0" lon="0" rev="0"/>
              </a:camera>
              <a:lightRig rig="legacyFlat1" dir="tl"/>
            </a:scene3d>
          </a:bodyPr>
          <a:lstStyle/>
          <a:p>
            <a:pPr algn="ctr">
              <a:lnSpc>
                <a:spcPct val="113000"/>
              </a:lnSpc>
            </a:pPr>
            <a:r>
              <a:rPr sz="1040" kern="100" spc="0">
                <a:solidFill>
                  <a:srgbClr val="666666">
                    <a:alpha val="100000"/>
                  </a:srgbClr>
                </a:solidFill>
                <a:latin typeface="Noto Sans S Chinese Black" panose="020B0A00000000000000" pitchFamily="1" charset="-122"/>
                <a:ea typeface="Noto Sans S Chinese Black" panose="020B0A00000000000000" pitchFamily="1" charset="-122"/>
              </a:rPr>
              <a:t>02</a:t>
            </a:r>
          </a:p>
        </p:txBody>
      </p:sp>
      <p:sp>
        <p:nvSpPr>
          <p:cNvPr id="44" name="文本框 43"/>
          <p:cNvSpPr txBox="1"/>
          <p:nvPr/>
        </p:nvSpPr>
        <p:spPr>
          <a:xfrm>
            <a:off x="5701966" y="995409"/>
            <a:ext cx="422148" cy="178792"/>
          </a:xfrm>
          <a:prstGeom prst="rect">
            <a:avLst/>
          </a:prstGeom>
        </p:spPr>
        <p:txBody>
          <a:bodyPr anchor="ctr">
            <a:scene3d>
              <a:camera prst="legacyObliqueTopLeft">
                <a:rot lat="0" lon="0" rev="0"/>
              </a:camera>
              <a:lightRig rig="legacyFlat1" dir="tl"/>
            </a:scene3d>
          </a:bodyPr>
          <a:lstStyle/>
          <a:p>
            <a:pPr algn="ctr">
              <a:lnSpc>
                <a:spcPct val="113000"/>
              </a:lnSpc>
            </a:pPr>
            <a:r>
              <a:rPr sz="1040" kern="100" spc="0">
                <a:solidFill>
                  <a:srgbClr val="666666">
                    <a:alpha val="100000"/>
                  </a:srgbClr>
                </a:solidFill>
                <a:latin typeface="Noto Sans S Chinese Black" panose="020B0A00000000000000" pitchFamily="1" charset="-122"/>
                <a:ea typeface="Noto Sans S Chinese Black" panose="020B0A00000000000000" pitchFamily="1" charset="-122"/>
              </a:rPr>
              <a:t>03</a:t>
            </a:r>
          </a:p>
        </p:txBody>
      </p:sp>
      <p:sp>
        <p:nvSpPr>
          <p:cNvPr id="45" name="文本框 44"/>
          <p:cNvSpPr txBox="1"/>
          <p:nvPr/>
        </p:nvSpPr>
        <p:spPr>
          <a:xfrm>
            <a:off x="2944779" y="785869"/>
            <a:ext cx="325377" cy="137806"/>
          </a:xfrm>
          <a:prstGeom prst="rect">
            <a:avLst/>
          </a:prstGeom>
        </p:spPr>
        <p:txBody>
          <a:bodyPr anchor="ctr">
            <a:scene3d>
              <a:camera prst="legacyObliqueTopLeft">
                <a:rot lat="0" lon="0" rev="0"/>
              </a:camera>
              <a:lightRig rig="legacyFlat1" dir="tl"/>
            </a:scene3d>
          </a:bodyPr>
          <a:lstStyle/>
          <a:p>
            <a:pPr algn="ctr">
              <a:lnSpc>
                <a:spcPct val="113000"/>
              </a:lnSpc>
            </a:pPr>
            <a:r>
              <a:rPr sz="805" kern="100" spc="0">
                <a:solidFill>
                  <a:srgbClr val="666666">
                    <a:alpha val="100000"/>
                  </a:srgbClr>
                </a:solidFill>
                <a:latin typeface="Noto Sans S Chinese Black" panose="020B0A00000000000000" pitchFamily="1" charset="-122"/>
                <a:ea typeface="Noto Sans S Chinese Black" panose="020B0A00000000000000" pitchFamily="1" charset="-122"/>
              </a:rPr>
              <a:t>04</a:t>
            </a:r>
          </a:p>
        </p:txBody>
      </p:sp>
      <p:sp>
        <p:nvSpPr>
          <p:cNvPr id="46" name="文本框 45"/>
          <p:cNvSpPr txBox="1"/>
          <p:nvPr/>
        </p:nvSpPr>
        <p:spPr>
          <a:xfrm>
            <a:off x="3667107" y="335458"/>
            <a:ext cx="258640" cy="109541"/>
          </a:xfrm>
          <a:prstGeom prst="rect">
            <a:avLst/>
          </a:prstGeom>
        </p:spPr>
        <p:txBody>
          <a:bodyPr anchor="ctr">
            <a:scene3d>
              <a:camera prst="legacyObliqueTopLeft">
                <a:rot lat="0" lon="0" rev="0"/>
              </a:camera>
              <a:lightRig rig="legacyFlat1" dir="tl"/>
            </a:scene3d>
          </a:bodyPr>
          <a:lstStyle/>
          <a:p>
            <a:pPr algn="ctr">
              <a:lnSpc>
                <a:spcPct val="113000"/>
              </a:lnSpc>
            </a:pPr>
            <a:r>
              <a:rPr sz="640" kern="100" spc="0">
                <a:solidFill>
                  <a:srgbClr val="666666">
                    <a:alpha val="100000"/>
                  </a:srgbClr>
                </a:solidFill>
                <a:latin typeface="Noto Sans S Chinese Black" panose="020B0A00000000000000" pitchFamily="1" charset="-122"/>
                <a:ea typeface="Noto Sans S Chinese Black" panose="020B0A00000000000000" pitchFamily="1" charset="-122"/>
              </a:rPr>
              <a:t>05</a:t>
            </a:r>
          </a:p>
        </p:txBody>
      </p:sp>
      <p:sp>
        <p:nvSpPr>
          <p:cNvPr id="47" name="文本框 46"/>
          <p:cNvSpPr txBox="1"/>
          <p:nvPr/>
        </p:nvSpPr>
        <p:spPr>
          <a:xfrm>
            <a:off x="2299834" y="309416"/>
            <a:ext cx="216687" cy="91773"/>
          </a:xfrm>
          <a:prstGeom prst="rect">
            <a:avLst/>
          </a:prstGeom>
        </p:spPr>
        <p:txBody>
          <a:bodyPr anchor="ctr">
            <a:scene3d>
              <a:camera prst="legacyObliqueTopLeft">
                <a:rot lat="0" lon="0" rev="0"/>
              </a:camera>
              <a:lightRig rig="legacyFlat1" dir="tl"/>
            </a:scene3d>
          </a:bodyPr>
          <a:lstStyle/>
          <a:p>
            <a:pPr algn="ctr">
              <a:lnSpc>
                <a:spcPct val="113000"/>
              </a:lnSpc>
            </a:pPr>
            <a:r>
              <a:rPr sz="535" kern="100" spc="0">
                <a:solidFill>
                  <a:srgbClr val="666666">
                    <a:alpha val="100000"/>
                  </a:srgbClr>
                </a:solidFill>
                <a:latin typeface="Noto Sans S Chinese Black" panose="020B0A00000000000000" pitchFamily="1" charset="-122"/>
                <a:ea typeface="Noto Sans S Chinese Black" panose="020B0A00000000000000" pitchFamily="1" charset="-122"/>
              </a:rPr>
              <a:t>06</a:t>
            </a:r>
          </a:p>
        </p:txBody>
      </p:sp>
      <p:pic>
        <p:nvPicPr>
          <p:cNvPr id="33" name="图片 32"/>
          <p:cNvPicPr>
            <a:picLocks noChangeAspect="1"/>
          </p:cNvPicPr>
          <p:nvPr/>
        </p:nvPicPr>
        <p:blipFill>
          <a:blip r:embed="rId34"/>
          <a:stretch>
            <a:fillRect/>
          </a:stretch>
        </p:blipFill>
        <p:spPr>
          <a:xfrm rot="10799999">
            <a:off x="249092" y="4527646"/>
            <a:ext cx="4291177" cy="34236"/>
          </a:xfrm>
          <a:prstGeom prst="rect">
            <a:avLst/>
          </a:prstGeom>
        </p:spPr>
      </p:pic>
      <p:sp>
        <p:nvSpPr>
          <p:cNvPr id="48" name="文本框 47"/>
          <p:cNvSpPr txBox="1"/>
          <p:nvPr/>
        </p:nvSpPr>
        <p:spPr>
          <a:xfrm>
            <a:off x="364271" y="4054759"/>
            <a:ext cx="4304255" cy="320040"/>
          </a:xfrm>
          <a:prstGeom prst="rect">
            <a:avLst/>
          </a:prstGeom>
        </p:spPr>
        <p:txBody>
          <a:bodyPr anchor="ctr">
            <a:scene3d>
              <a:camera prst="legacyObliqueTopLeft">
                <a:rot lat="0" lon="0" rev="0"/>
              </a:camera>
              <a:lightRig rig="legacyFlat1" dir="tl"/>
            </a:scene3d>
          </a:bodyPr>
          <a:lstStyle/>
          <a:p>
            <a:pPr algn="l">
              <a:lnSpc>
                <a:spcPct val="113000"/>
              </a:lnSpc>
            </a:pPr>
            <a:r>
              <a:rPr sz="935" kern="10000" spc="200">
                <a:solidFill>
                  <a:srgbClr val="000000">
                    <a:alpha val="70000"/>
                  </a:srgbClr>
                </a:solidFill>
                <a:latin typeface="Alibaba PuHuiTi Regular" panose="02010800040101010101" pitchFamily="1" charset="-122"/>
                <a:ea typeface="Alibaba PuHuiTi Regular" panose="02010800040101010101" pitchFamily="1" charset="-122"/>
              </a:rPr>
              <a:t>请在此处添加具体内容，文字尽量言简意赅简单说明即可。请在此处添加具体内容，文字尽量言简意赅简单说明即可。</a:t>
            </a:r>
          </a:p>
        </p:txBody>
      </p:sp>
      <p:sp>
        <p:nvSpPr>
          <p:cNvPr id="49" name="文本框 48"/>
          <p:cNvSpPr txBox="1"/>
          <p:nvPr/>
        </p:nvSpPr>
        <p:spPr>
          <a:xfrm>
            <a:off x="364283" y="3363991"/>
            <a:ext cx="1862432" cy="342900"/>
          </a:xfrm>
          <a:prstGeom prst="rect">
            <a:avLst/>
          </a:prstGeom>
        </p:spPr>
        <p:txBody>
          <a:bodyPr anchor="ctr">
            <a:scene3d>
              <a:camera prst="legacyObliqueTopLeft">
                <a:rot lat="0" lon="0" rev="0"/>
              </a:camera>
              <a:lightRig rig="legacyFlat1" dir="tl"/>
            </a:scene3d>
          </a:bodyPr>
          <a:lstStyle/>
          <a:p>
            <a:pPr algn="l">
              <a:lnSpc>
                <a:spcPct val="113000"/>
              </a:lnSpc>
            </a:pPr>
            <a:r>
              <a:rPr sz="2000" kern="10000" spc="200">
                <a:solidFill>
                  <a:srgbClr val="666666">
                    <a:alpha val="100000"/>
                  </a:srgbClr>
                </a:solidFill>
                <a:latin typeface="Alibaba PuHuiTi Bold" panose="02010800040101010101" pitchFamily="1" charset="-122"/>
                <a:ea typeface="Alibaba PuHuiTi Bold" panose="02010800040101010101" pitchFamily="1" charset="-122"/>
              </a:rPr>
              <a:t>研究展望</a:t>
            </a:r>
          </a:p>
        </p:txBody>
      </p:sp>
      <p:sp>
        <p:nvSpPr>
          <p:cNvPr id="50" name="文本框 49"/>
          <p:cNvSpPr txBox="1"/>
          <p:nvPr/>
        </p:nvSpPr>
        <p:spPr>
          <a:xfrm>
            <a:off x="1874948" y="3421141"/>
            <a:ext cx="3530179"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outlook</a:t>
            </a:r>
          </a:p>
        </p:txBody>
      </p:sp>
      <p:pic>
        <p:nvPicPr>
          <p:cNvPr id="34" name="图片 33"/>
          <p:cNvPicPr>
            <a:picLocks noChangeAspect="1"/>
          </p:cNvPicPr>
          <p:nvPr/>
        </p:nvPicPr>
        <p:blipFill>
          <a:blip r:embed="rId35"/>
          <a:stretch>
            <a:fillRect/>
          </a:stretch>
        </p:blipFill>
        <p:spPr>
          <a:xfrm rot="5400000">
            <a:off x="1577435" y="3523297"/>
            <a:ext cx="266277" cy="24210"/>
          </a:xfrm>
          <a:prstGeom prst="rect">
            <a:avLst/>
          </a:prstGeom>
        </p:spPr>
      </p:pic>
      <p:sp>
        <p:nvSpPr>
          <p:cNvPr id="51" name="文本框 50"/>
          <p:cNvSpPr txBox="1"/>
          <p:nvPr/>
        </p:nvSpPr>
        <p:spPr>
          <a:xfrm rot="5400000">
            <a:off x="7654623" y="4040171"/>
            <a:ext cx="2527624" cy="228600"/>
          </a:xfrm>
          <a:prstGeom prst="rect">
            <a:avLst/>
          </a:prstGeom>
        </p:spPr>
        <p:txBody>
          <a:bodyPr anchor="ctr">
            <a:scene3d>
              <a:camera prst="legacyObliqueTopLeft">
                <a:rot lat="0" lon="0" rev="0"/>
              </a:camera>
              <a:lightRig rig="legacyFlat1" dir="tl"/>
            </a:scene3d>
          </a:bodyPr>
          <a:lstStyle/>
          <a:p>
            <a:pPr algn="l">
              <a:lnSpc>
                <a:spcPct val="112000"/>
              </a:lnSpc>
            </a:pPr>
            <a:r>
              <a:rPr sz="1335" kern="100" spc="0">
                <a:solidFill>
                  <a:srgbClr val="7E0C6E">
                    <a:alpha val="100000"/>
                  </a:srgbClr>
                </a:solidFill>
                <a:latin typeface="Alibaba PuHuiTi Bold" panose="02010800040101010101" pitchFamily="1" charset="-122"/>
                <a:ea typeface="Alibaba PuHuiTi Bold" panose="02010800040101010101" pitchFamily="1" charset="-122"/>
              </a:rPr>
              <a:t>Research outlook  03</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2"/>
          <a:stretch>
            <a:fillRect/>
          </a:stretch>
        </p:blipFill>
        <p:spPr>
          <a:xfrm>
            <a:off x="0" y="0"/>
            <a:ext cx="9144000" cy="5143500"/>
          </a:xfrm>
          <a:prstGeom prst="rect">
            <a:avLst/>
          </a:prstGeom>
        </p:spPr>
      </p:pic>
      <p:pic>
        <p:nvPicPr>
          <p:cNvPr id="2" name="图片 1"/>
          <p:cNvPicPr>
            <a:picLocks noChangeAspect="1"/>
          </p:cNvPicPr>
          <p:nvPr/>
        </p:nvPicPr>
        <p:blipFill>
          <a:blip r:embed="rId3"/>
          <a:stretch>
            <a:fillRect/>
          </a:stretch>
        </p:blipFill>
        <p:spPr>
          <a:xfrm>
            <a:off x="-36830" y="-70485"/>
            <a:ext cx="9180830" cy="5267325"/>
          </a:xfrm>
          <a:prstGeom prst="rect">
            <a:avLst/>
          </a:prstGeom>
        </p:spPr>
      </p:pic>
      <p:pic>
        <p:nvPicPr>
          <p:cNvPr id="3" name="图片 2"/>
          <p:cNvPicPr>
            <a:picLocks noChangeAspect="1"/>
          </p:cNvPicPr>
          <p:nvPr/>
        </p:nvPicPr>
        <p:blipFill>
          <a:blip r:embed="rId4"/>
          <a:stretch>
            <a:fillRect/>
          </a:stretch>
        </p:blipFill>
        <p:spPr>
          <a:xfrm>
            <a:off x="-7381" y="3821144"/>
            <a:ext cx="9154583" cy="3905250"/>
          </a:xfrm>
          <a:prstGeom prst="rect">
            <a:avLst/>
          </a:prstGeom>
        </p:spPr>
      </p:pic>
      <p:pic>
        <p:nvPicPr>
          <p:cNvPr id="4" name="图片 3"/>
          <p:cNvPicPr>
            <a:picLocks noChangeAspect="1"/>
          </p:cNvPicPr>
          <p:nvPr/>
        </p:nvPicPr>
        <p:blipFill>
          <a:blip r:embed="rId5"/>
          <a:stretch>
            <a:fillRect/>
          </a:stretch>
        </p:blipFill>
        <p:spPr>
          <a:xfrm>
            <a:off x="-26949" y="1140624"/>
            <a:ext cx="9193746" cy="2680522"/>
          </a:xfrm>
          <a:prstGeom prst="rect">
            <a:avLst/>
          </a:prstGeom>
        </p:spPr>
      </p:pic>
      <p:sp>
        <p:nvSpPr>
          <p:cNvPr id="9" name="文本框 8"/>
          <p:cNvSpPr txBox="1"/>
          <p:nvPr/>
        </p:nvSpPr>
        <p:spPr>
          <a:xfrm>
            <a:off x="186032" y="1792510"/>
            <a:ext cx="8566248" cy="914400"/>
          </a:xfrm>
          <a:prstGeom prst="rect">
            <a:avLst/>
          </a:prstGeom>
        </p:spPr>
        <p:txBody>
          <a:bodyPr anchor="ctr">
            <a:scene3d>
              <a:camera prst="legacyObliqueTopLeft">
                <a:rot lat="0" lon="0" rev="0"/>
              </a:camera>
              <a:lightRig rig="legacyFlat1" dir="tl"/>
            </a:scene3d>
          </a:bodyPr>
          <a:lstStyle/>
          <a:p>
            <a:pPr algn="ctr">
              <a:lnSpc>
                <a:spcPct val="112000"/>
              </a:lnSpc>
            </a:pPr>
            <a:r>
              <a:rPr sz="5335" kern="5000" spc="100" dirty="0" err="1">
                <a:solidFill>
                  <a:srgbClr val="7E0C6E">
                    <a:alpha val="100000"/>
                  </a:srgbClr>
                </a:solidFill>
                <a:latin typeface="方正小标宋简体" panose="03000509000000000000" pitchFamily="1" charset="-122"/>
                <a:ea typeface="方正小标宋简体" panose="03000509000000000000" pitchFamily="1" charset="-122"/>
              </a:rPr>
              <a:t>感谢观看</a:t>
            </a:r>
            <a:endParaRPr sz="5335" kern="5000" spc="100" dirty="0">
              <a:solidFill>
                <a:srgbClr val="7E0C6E">
                  <a:alpha val="100000"/>
                </a:srgbClr>
              </a:solidFill>
              <a:latin typeface="方正小标宋简体" panose="03000509000000000000" pitchFamily="1" charset="-122"/>
              <a:ea typeface="方正小标宋简体" panose="03000509000000000000" pitchFamily="1" charset="-122"/>
            </a:endParaRPr>
          </a:p>
        </p:txBody>
      </p:sp>
      <p:sp>
        <p:nvSpPr>
          <p:cNvPr id="10" name="文本框 9"/>
          <p:cNvSpPr txBox="1"/>
          <p:nvPr/>
        </p:nvSpPr>
        <p:spPr>
          <a:xfrm>
            <a:off x="2481865" y="4277400"/>
            <a:ext cx="3796470" cy="274320"/>
          </a:xfrm>
          <a:prstGeom prst="rect">
            <a:avLst/>
          </a:prstGeom>
        </p:spPr>
        <p:txBody>
          <a:bodyPr anchor="ctr">
            <a:scene3d>
              <a:camera prst="legacyObliqueTopLeft">
                <a:rot lat="0" lon="0" rev="0"/>
              </a:camera>
              <a:lightRig rig="legacyFlat1" dir="tl"/>
            </a:scene3d>
          </a:bodyPr>
          <a:lstStyle/>
          <a:p>
            <a:pPr algn="ctr">
              <a:lnSpc>
                <a:spcPct val="113000"/>
              </a:lnSpc>
            </a:pPr>
            <a:r>
              <a:rPr sz="800" kern="45000" spc="900">
                <a:solidFill>
                  <a:srgbClr val="FBE5D6">
                    <a:alpha val="70000"/>
                  </a:srgbClr>
                </a:solidFill>
                <a:latin typeface="Noto Sans S Chinese Regular" panose="020B0500000000000000" pitchFamily="1" charset="-122"/>
                <a:ea typeface="Noto Sans S Chinese Regular" panose="020B0500000000000000" pitchFamily="1" charset="-122"/>
              </a:rPr>
              <a:t>请在此处添加具体内容，文字尽量言简意赅简单说明即可。请在此处添加具体内容。</a:t>
            </a:r>
          </a:p>
        </p:txBody>
      </p:sp>
      <p:pic>
        <p:nvPicPr>
          <p:cNvPr id="5" name="图片 4"/>
          <p:cNvPicPr>
            <a:picLocks noChangeAspect="1"/>
          </p:cNvPicPr>
          <p:nvPr/>
        </p:nvPicPr>
        <p:blipFill>
          <a:blip r:embed="rId6"/>
          <a:stretch>
            <a:fillRect/>
          </a:stretch>
        </p:blipFill>
        <p:spPr>
          <a:xfrm>
            <a:off x="2877251" y="3154480"/>
            <a:ext cx="1464497" cy="331138"/>
          </a:xfrm>
          <a:prstGeom prst="rect">
            <a:avLst/>
          </a:prstGeom>
        </p:spPr>
      </p:pic>
      <p:sp>
        <p:nvSpPr>
          <p:cNvPr id="11" name="文本框 10"/>
          <p:cNvSpPr txBox="1"/>
          <p:nvPr/>
        </p:nvSpPr>
        <p:spPr>
          <a:xfrm>
            <a:off x="2939053" y="3217179"/>
            <a:ext cx="1317849" cy="205740"/>
          </a:xfrm>
          <a:prstGeom prst="rect">
            <a:avLst/>
          </a:prstGeom>
        </p:spPr>
        <p:txBody>
          <a:bodyPr anchor="ctr">
            <a:scene3d>
              <a:camera prst="legacyObliqueTopLeft">
                <a:rot lat="0" lon="0" rev="0"/>
              </a:camera>
              <a:lightRig rig="legacyFlat1" dir="tl"/>
            </a:scene3d>
          </a:bodyPr>
          <a:lstStyle/>
          <a:p>
            <a:pPr algn="ctr">
              <a:lnSpc>
                <a:spcPct val="113000"/>
              </a:lnSpc>
            </a:pPr>
            <a:r>
              <a:rPr sz="1200" kern="100" spc="0" dirty="0" err="1">
                <a:solidFill>
                  <a:srgbClr val="FFFFFF">
                    <a:alpha val="100000"/>
                  </a:srgbClr>
                </a:solidFill>
                <a:latin typeface="Alibaba PuHuiTi Medium" panose="02010800040101010101" pitchFamily="1" charset="-122"/>
                <a:ea typeface="Alibaba PuHuiTi Medium" panose="02010800040101010101" pitchFamily="1" charset="-122"/>
              </a:rPr>
              <a:t>汇报人</a:t>
            </a:r>
            <a:r>
              <a:rPr sz="1200" kern="100" spc="0" dirty="0">
                <a:solidFill>
                  <a:srgbClr val="FFFFFF">
                    <a:alpha val="100000"/>
                  </a:srgbClr>
                </a:solidFill>
                <a:latin typeface="Alibaba PuHuiTi Medium" panose="02010800040101010101" pitchFamily="1" charset="-122"/>
                <a:ea typeface="Alibaba PuHuiTi Medium" panose="02010800040101010101" pitchFamily="1" charset="-122"/>
              </a:rPr>
              <a:t>：</a:t>
            </a:r>
            <a:r>
              <a:rPr lang="zh-CN" altLang="en-US" sz="1200" kern="100" dirty="0">
                <a:solidFill>
                  <a:srgbClr val="FFFFFF">
                    <a:alpha val="100000"/>
                  </a:srgbClr>
                </a:solidFill>
                <a:latin typeface="Alibaba PuHuiTi Medium" panose="02010800040101010101" pitchFamily="1" charset="-122"/>
                <a:ea typeface="Alibaba PuHuiTi Medium" panose="02010800040101010101" pitchFamily="1" charset="-122"/>
              </a:rPr>
              <a:t>刘阳</a:t>
            </a:r>
            <a:endParaRPr sz="1200" kern="100" spc="0" dirty="0">
              <a:solidFill>
                <a:srgbClr val="FFFFFF">
                  <a:alpha val="100000"/>
                </a:srgbClr>
              </a:solidFill>
              <a:latin typeface="Alibaba PuHuiTi Medium" panose="02010800040101010101" pitchFamily="1" charset="-122"/>
              <a:ea typeface="Alibaba PuHuiTi Medium" panose="02010800040101010101" pitchFamily="1" charset="-122"/>
            </a:endParaRPr>
          </a:p>
        </p:txBody>
      </p:sp>
      <p:pic>
        <p:nvPicPr>
          <p:cNvPr id="6" name="图片 5"/>
          <p:cNvPicPr>
            <a:picLocks noChangeAspect="1"/>
          </p:cNvPicPr>
          <p:nvPr/>
        </p:nvPicPr>
        <p:blipFill>
          <a:blip r:embed="rId6"/>
          <a:stretch>
            <a:fillRect/>
          </a:stretch>
        </p:blipFill>
        <p:spPr>
          <a:xfrm>
            <a:off x="4776381" y="3154480"/>
            <a:ext cx="1464497" cy="331138"/>
          </a:xfrm>
          <a:prstGeom prst="rect">
            <a:avLst/>
          </a:prstGeom>
        </p:spPr>
      </p:pic>
      <p:sp>
        <p:nvSpPr>
          <p:cNvPr id="12" name="文本框 11"/>
          <p:cNvSpPr txBox="1"/>
          <p:nvPr/>
        </p:nvSpPr>
        <p:spPr>
          <a:xfrm>
            <a:off x="4679267" y="3217179"/>
            <a:ext cx="1507932" cy="205740"/>
          </a:xfrm>
          <a:prstGeom prst="rect">
            <a:avLst/>
          </a:prstGeom>
        </p:spPr>
        <p:txBody>
          <a:bodyPr anchor="ctr">
            <a:scene3d>
              <a:camera prst="legacyObliqueTopLeft">
                <a:rot lat="0" lon="0" rev="0"/>
              </a:camera>
              <a:lightRig rig="legacyFlat1" dir="tl"/>
            </a:scene3d>
          </a:bodyPr>
          <a:lstStyle/>
          <a:p>
            <a:pPr algn="ctr">
              <a:lnSpc>
                <a:spcPct val="113000"/>
              </a:lnSpc>
            </a:pPr>
            <a:r>
              <a:rPr sz="1200" kern="100" spc="0" dirty="0">
                <a:solidFill>
                  <a:srgbClr val="FFFFFF">
                    <a:alpha val="100000"/>
                  </a:srgbClr>
                </a:solidFill>
                <a:latin typeface="Alibaba PuHuiTi Medium" panose="02010800040101010101" pitchFamily="1" charset="-122"/>
                <a:ea typeface="Alibaba PuHuiTi Medium" panose="02010800040101010101" pitchFamily="1" charset="-122"/>
              </a:rPr>
              <a:t>时间：202</a:t>
            </a:r>
            <a:r>
              <a:rPr lang="en-US" sz="1200" kern="100" spc="0" dirty="0">
                <a:solidFill>
                  <a:srgbClr val="FFFFFF">
                    <a:alpha val="100000"/>
                  </a:srgbClr>
                </a:solidFill>
                <a:latin typeface="Alibaba PuHuiTi Medium" panose="02010800040101010101" pitchFamily="1" charset="-122"/>
                <a:ea typeface="Alibaba PuHuiTi Medium" panose="02010800040101010101" pitchFamily="1" charset="-122"/>
              </a:rPr>
              <a:t>4.10.12</a:t>
            </a:r>
            <a:r>
              <a:rPr sz="1200" kern="100" spc="0" dirty="0">
                <a:solidFill>
                  <a:srgbClr val="FFFFFF">
                    <a:alpha val="100000"/>
                  </a:srgbClr>
                </a:solidFill>
                <a:latin typeface="Alibaba PuHuiTi Medium" panose="02010800040101010101" pitchFamily="1" charset="-122"/>
                <a:ea typeface="Alibaba PuHuiTi Medium" panose="02010800040101010101" pitchFamily="1" charset="-122"/>
              </a:rPr>
              <a:t> </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63548172-1292-47f0-9643-43480231ec61"/>
  <p:tag name="COMMONDATA" val="eyJoZGlkIjoiZjQzYTg0ZTZmMTAxNDcyYTdiOWM4ODQ4ZDBiYjUzMDQ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080.215748031496,&quot;width&quot;:8571.72125984252}"/>
</p:tagLst>
</file>

<file path=ppt/theme/theme1.xml><?xml version="1.0" encoding="utf-8"?>
<a:theme xmlns:a="http://schemas.openxmlformats.org/drawingml/2006/main" name="unioffice Theme">
  <a:themeElements>
    <a:clrScheme name="Office">
      <a:dk1>
        <a:sysClr val="windowText" lastClr="000000"/>
      </a:dk1>
      <a:lt1>
        <a:sysClr val="window" lastClr="FFFFFF"/>
      </a:lt1>
      <a:dk2>
        <a:srgbClr val="44546A"/>
      </a:dk2>
      <a:lt2>
        <a:srgbClr val="E7E7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gs>
            <a:gs pos="50000">
              <a:schemeClr val="phClr"/>
            </a:gs>
          </a:gsLst>
          <a:lin ang="5400000" scaled="0"/>
        </a:gradFill>
        <a:gradFill rotWithShape="1">
          <a:gsLst>
            <a:gs pos="0">
              <a:schemeClr val="phClr"/>
            </a:gs>
            <a:gs pos="50000">
              <a:schemeClr val="phClr"/>
            </a:gs>
          </a:gsLst>
          <a:lin ang="5400000" scaled="0"/>
        </a:gradFill>
      </a:fillStyleLst>
      <a:lnStyleLst>
        <a:ln w="6350" cap="flat" cmpd="sng" algn="ctr"/>
        <a:ln w="12700" cap="flat" cmpd="sng" algn="ctr"/>
        <a:ln w="19050" cap="flat" cmpd="sng" algn="ctr"/>
      </a:lnStyleLst>
      <a:effectStyleLst>
        <a:effectStyle>
          <a:effectLst/>
        </a:effectStyle>
        <a:effectStyle>
          <a:effectLst/>
        </a:effectStyle>
        <a:effectStyle>
          <a:effectLst/>
        </a:effectStyle>
      </a:effectStyleLst>
      <a:bgFillStyleLst>
        <a:solidFill>
          <a:schemeClr val="phClr"/>
        </a:solidFill>
        <a:solidFill>
          <a:schemeClr val="phClr"/>
        </a:solidFill>
        <a:gradFill rotWithShape="1">
          <a:gsLst>
            <a:gs pos="0">
              <a:schemeClr val="phClr"/>
            </a:gs>
            <a:gs pos="50000">
              <a:schemeClr val="ph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843</Words>
  <Application>Microsoft Office PowerPoint</Application>
  <PresentationFormat>全屏显示(16:9)</PresentationFormat>
  <Paragraphs>163</Paragraphs>
  <Slides>19</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19</vt:i4>
      </vt:variant>
    </vt:vector>
  </HeadingPairs>
  <TitlesOfParts>
    <vt:vector size="27" baseType="lpstr">
      <vt:lpstr>Alibaba PuHuiTi Bold</vt:lpstr>
      <vt:lpstr>Alibaba PuHuiTi Medium</vt:lpstr>
      <vt:lpstr>Alibaba PuHuiTi Regular</vt:lpstr>
      <vt:lpstr>Noto Sans S Chinese Black</vt:lpstr>
      <vt:lpstr>Noto Sans S Chinese Regular</vt:lpstr>
      <vt:lpstr>方正小标宋简体</vt:lpstr>
      <vt:lpstr>Arial</vt:lpstr>
      <vt:lpstr>unioffice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FoxyUtils ehf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孙冬城</dc:creator>
  <cp:lastModifiedBy>8615075892565</cp:lastModifiedBy>
  <cp:revision>5</cp:revision>
  <dcterms:created xsi:type="dcterms:W3CDTF">2023-02-22T08:36:00Z</dcterms:created>
  <dcterms:modified xsi:type="dcterms:W3CDTF">2024-10-11T09:34:27Z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0F58EB1EFF684ECBA222E94B66DC9F2F</vt:lpwstr>
  </property>
  <property fmtid="{D5CDD505-2E9C-101B-9397-08002B2CF9AE}" pid="3" name="KSOProductBuildVer">
    <vt:lpwstr>2052-11.1.0.12970</vt:lpwstr>
  </property>
</Properties>
</file>